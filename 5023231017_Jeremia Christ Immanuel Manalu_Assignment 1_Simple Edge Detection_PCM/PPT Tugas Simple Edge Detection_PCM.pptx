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Telegraf Bold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Poppins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2" Target="../media/image7.png" Type="http://schemas.openxmlformats.org/officeDocument/2006/relationships/image"/><Relationship Id="rId3" Target="../media/image20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0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https://its.id/m/Tugas1SimpleEdgeDetectionJemi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98841" y="4084914"/>
            <a:ext cx="14753866" cy="146352"/>
            <a:chOff x="0" y="0"/>
            <a:chExt cx="3885792" cy="385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85792" cy="38545"/>
            </a:xfrm>
            <a:custGeom>
              <a:avLst/>
              <a:gdLst/>
              <a:ahLst/>
              <a:cxnLst/>
              <a:rect r="r" b="b" t="t" l="l"/>
              <a:pathLst>
                <a:path h="38545" w="3885792">
                  <a:moveTo>
                    <a:pt x="19273" y="0"/>
                  </a:moveTo>
                  <a:lnTo>
                    <a:pt x="3866519" y="0"/>
                  </a:lnTo>
                  <a:cubicBezTo>
                    <a:pt x="3877163" y="0"/>
                    <a:pt x="3885792" y="8629"/>
                    <a:pt x="3885792" y="19273"/>
                  </a:cubicBezTo>
                  <a:lnTo>
                    <a:pt x="3885792" y="19273"/>
                  </a:lnTo>
                  <a:cubicBezTo>
                    <a:pt x="3885792" y="24384"/>
                    <a:pt x="3883761" y="29286"/>
                    <a:pt x="3880147" y="32900"/>
                  </a:cubicBezTo>
                  <a:cubicBezTo>
                    <a:pt x="3876533" y="36515"/>
                    <a:pt x="3871631" y="38545"/>
                    <a:pt x="3866519" y="38545"/>
                  </a:cubicBezTo>
                  <a:lnTo>
                    <a:pt x="19273" y="38545"/>
                  </a:lnTo>
                  <a:cubicBezTo>
                    <a:pt x="14161" y="38545"/>
                    <a:pt x="9259" y="36515"/>
                    <a:pt x="5645" y="32900"/>
                  </a:cubicBezTo>
                  <a:cubicBezTo>
                    <a:pt x="2031" y="29286"/>
                    <a:pt x="0" y="24384"/>
                    <a:pt x="0" y="19273"/>
                  </a:cubicBezTo>
                  <a:lnTo>
                    <a:pt x="0" y="19273"/>
                  </a:lnTo>
                  <a:cubicBezTo>
                    <a:pt x="0" y="14161"/>
                    <a:pt x="2031" y="9259"/>
                    <a:pt x="5645" y="5645"/>
                  </a:cubicBezTo>
                  <a:cubicBezTo>
                    <a:pt x="9259" y="2031"/>
                    <a:pt x="14161" y="0"/>
                    <a:pt x="1927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85792" cy="95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13104031" y="2525677"/>
            <a:ext cx="6732105" cy="4030848"/>
          </a:xfrm>
          <a:custGeom>
            <a:avLst/>
            <a:gdLst/>
            <a:ahLst/>
            <a:cxnLst/>
            <a:rect r="r" b="b" t="t" l="l"/>
            <a:pathLst>
              <a:path h="4030848" w="6732105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4371" y="4380235"/>
            <a:ext cx="8917545" cy="1250950"/>
            <a:chOff x="0" y="0"/>
            <a:chExt cx="2348654" cy="3294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8654" cy="329468"/>
            </a:xfrm>
            <a:custGeom>
              <a:avLst/>
              <a:gdLst/>
              <a:ahLst/>
              <a:cxnLst/>
              <a:rect r="r" b="b" t="t" l="l"/>
              <a:pathLst>
                <a:path h="329468" w="2348654">
                  <a:moveTo>
                    <a:pt x="19100" y="0"/>
                  </a:moveTo>
                  <a:lnTo>
                    <a:pt x="2329554" y="0"/>
                  </a:lnTo>
                  <a:cubicBezTo>
                    <a:pt x="2334620" y="0"/>
                    <a:pt x="2339478" y="2012"/>
                    <a:pt x="2343060" y="5594"/>
                  </a:cubicBezTo>
                  <a:cubicBezTo>
                    <a:pt x="2346641" y="9176"/>
                    <a:pt x="2348654" y="14034"/>
                    <a:pt x="2348654" y="19100"/>
                  </a:cubicBezTo>
                  <a:lnTo>
                    <a:pt x="2348654" y="310369"/>
                  </a:lnTo>
                  <a:cubicBezTo>
                    <a:pt x="2348654" y="320917"/>
                    <a:pt x="2340103" y="329468"/>
                    <a:pt x="2329554" y="329468"/>
                  </a:cubicBezTo>
                  <a:lnTo>
                    <a:pt x="19100" y="329468"/>
                  </a:lnTo>
                  <a:cubicBezTo>
                    <a:pt x="14034" y="329468"/>
                    <a:pt x="9176" y="327456"/>
                    <a:pt x="5594" y="323874"/>
                  </a:cubicBezTo>
                  <a:cubicBezTo>
                    <a:pt x="2012" y="320292"/>
                    <a:pt x="0" y="315434"/>
                    <a:pt x="0" y="310369"/>
                  </a:cubicBezTo>
                  <a:lnTo>
                    <a:pt x="0" y="19100"/>
                  </a:lnTo>
                  <a:cubicBezTo>
                    <a:pt x="0" y="14034"/>
                    <a:pt x="2012" y="9176"/>
                    <a:pt x="5594" y="5594"/>
                  </a:cubicBezTo>
                  <a:cubicBezTo>
                    <a:pt x="9176" y="2012"/>
                    <a:pt x="14034" y="0"/>
                    <a:pt x="19100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348654" cy="386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12127" y="303024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1" y="0"/>
                </a:lnTo>
                <a:lnTo>
                  <a:pt x="2170561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361" r="0" b="-1736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04528" y="258060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-281542" y="2192742"/>
            <a:ext cx="13536568" cy="994575"/>
            <a:chOff x="0" y="0"/>
            <a:chExt cx="3565187" cy="2619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65187" cy="261946"/>
            </a:xfrm>
            <a:custGeom>
              <a:avLst/>
              <a:gdLst/>
              <a:ahLst/>
              <a:cxnLst/>
              <a:rect r="r" b="b" t="t" l="l"/>
              <a:pathLst>
                <a:path h="261946" w="3565187">
                  <a:moveTo>
                    <a:pt x="0" y="0"/>
                  </a:moveTo>
                  <a:lnTo>
                    <a:pt x="3565187" y="0"/>
                  </a:lnTo>
                  <a:lnTo>
                    <a:pt x="3565187" y="261946"/>
                  </a:lnTo>
                  <a:lnTo>
                    <a:pt x="0" y="26194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62000"/>
                  </a:srgbClr>
                </a:gs>
                <a:gs pos="50000">
                  <a:srgbClr val="699ACD">
                    <a:alpha val="62000"/>
                  </a:srgbClr>
                </a:gs>
                <a:gs pos="100000">
                  <a:srgbClr val="2F679F">
                    <a:alpha val="62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565187" cy="31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61991" y="1512868"/>
            <a:ext cx="4364247" cy="6382435"/>
            <a:chOff x="0" y="0"/>
            <a:chExt cx="1149431" cy="16809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9431" cy="1680970"/>
            </a:xfrm>
            <a:custGeom>
              <a:avLst/>
              <a:gdLst/>
              <a:ahLst/>
              <a:cxnLst/>
              <a:rect r="r" b="b" t="t" l="l"/>
              <a:pathLst>
                <a:path h="1680970" w="1149431">
                  <a:moveTo>
                    <a:pt x="35479" y="0"/>
                  </a:moveTo>
                  <a:lnTo>
                    <a:pt x="1113952" y="0"/>
                  </a:lnTo>
                  <a:cubicBezTo>
                    <a:pt x="1133547" y="0"/>
                    <a:pt x="1149431" y="15884"/>
                    <a:pt x="1149431" y="35479"/>
                  </a:cubicBezTo>
                  <a:lnTo>
                    <a:pt x="1149431" y="1645492"/>
                  </a:lnTo>
                  <a:cubicBezTo>
                    <a:pt x="1149431" y="1665086"/>
                    <a:pt x="1133547" y="1680970"/>
                    <a:pt x="1113952" y="1680970"/>
                  </a:cubicBezTo>
                  <a:lnTo>
                    <a:pt x="35479" y="1680970"/>
                  </a:lnTo>
                  <a:cubicBezTo>
                    <a:pt x="15884" y="1680970"/>
                    <a:pt x="0" y="1665086"/>
                    <a:pt x="0" y="1645492"/>
                  </a:cubicBezTo>
                  <a:lnTo>
                    <a:pt x="0" y="35479"/>
                  </a:lnTo>
                  <a:cubicBezTo>
                    <a:pt x="0" y="15884"/>
                    <a:pt x="15884" y="0"/>
                    <a:pt x="35479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149431" cy="1747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339451" y="2666108"/>
            <a:ext cx="3009327" cy="4809889"/>
            <a:chOff x="0" y="0"/>
            <a:chExt cx="792580" cy="12668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2580" cy="1266802"/>
            </a:xfrm>
            <a:custGeom>
              <a:avLst/>
              <a:gdLst/>
              <a:ahLst/>
              <a:cxnLst/>
              <a:rect r="r" b="b" t="t" l="l"/>
              <a:pathLst>
                <a:path h="1266802" w="792580">
                  <a:moveTo>
                    <a:pt x="56598" y="0"/>
                  </a:moveTo>
                  <a:lnTo>
                    <a:pt x="735982" y="0"/>
                  </a:lnTo>
                  <a:cubicBezTo>
                    <a:pt x="750993" y="0"/>
                    <a:pt x="765389" y="5963"/>
                    <a:pt x="776003" y="16577"/>
                  </a:cubicBezTo>
                  <a:cubicBezTo>
                    <a:pt x="786617" y="27191"/>
                    <a:pt x="792580" y="41587"/>
                    <a:pt x="792580" y="56598"/>
                  </a:cubicBezTo>
                  <a:lnTo>
                    <a:pt x="792580" y="1210204"/>
                  </a:lnTo>
                  <a:cubicBezTo>
                    <a:pt x="792580" y="1225215"/>
                    <a:pt x="786617" y="1239611"/>
                    <a:pt x="776003" y="1250225"/>
                  </a:cubicBezTo>
                  <a:cubicBezTo>
                    <a:pt x="765389" y="1260839"/>
                    <a:pt x="750993" y="1266802"/>
                    <a:pt x="735982" y="1266802"/>
                  </a:cubicBezTo>
                  <a:lnTo>
                    <a:pt x="56598" y="1266802"/>
                  </a:lnTo>
                  <a:cubicBezTo>
                    <a:pt x="41587" y="1266802"/>
                    <a:pt x="27191" y="1260839"/>
                    <a:pt x="16577" y="1250225"/>
                  </a:cubicBezTo>
                  <a:cubicBezTo>
                    <a:pt x="5963" y="1239611"/>
                    <a:pt x="0" y="1225215"/>
                    <a:pt x="0" y="1210204"/>
                  </a:cubicBezTo>
                  <a:lnTo>
                    <a:pt x="0" y="56598"/>
                  </a:lnTo>
                  <a:cubicBezTo>
                    <a:pt x="0" y="41587"/>
                    <a:pt x="5963" y="27191"/>
                    <a:pt x="16577" y="16577"/>
                  </a:cubicBezTo>
                  <a:cubicBezTo>
                    <a:pt x="27191" y="5963"/>
                    <a:pt x="41587" y="0"/>
                    <a:pt x="56598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792580" cy="1333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94434" y="3196532"/>
            <a:ext cx="2499360" cy="3749040"/>
            <a:chOff x="0" y="0"/>
            <a:chExt cx="387216" cy="580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7216" cy="580824"/>
            </a:xfrm>
            <a:custGeom>
              <a:avLst/>
              <a:gdLst/>
              <a:ahLst/>
              <a:cxnLst/>
              <a:rect r="r" b="b" t="t" l="l"/>
              <a:pathLst>
                <a:path h="580824" w="387216">
                  <a:moveTo>
                    <a:pt x="46463" y="0"/>
                  </a:moveTo>
                  <a:lnTo>
                    <a:pt x="340753" y="0"/>
                  </a:lnTo>
                  <a:cubicBezTo>
                    <a:pt x="366414" y="0"/>
                    <a:pt x="387216" y="20802"/>
                    <a:pt x="387216" y="46463"/>
                  </a:cubicBezTo>
                  <a:lnTo>
                    <a:pt x="387216" y="534361"/>
                  </a:lnTo>
                  <a:cubicBezTo>
                    <a:pt x="387216" y="560022"/>
                    <a:pt x="366414" y="580824"/>
                    <a:pt x="340753" y="580824"/>
                  </a:cubicBezTo>
                  <a:lnTo>
                    <a:pt x="46463" y="580824"/>
                  </a:lnTo>
                  <a:cubicBezTo>
                    <a:pt x="20802" y="580824"/>
                    <a:pt x="0" y="560022"/>
                    <a:pt x="0" y="534361"/>
                  </a:cubicBezTo>
                  <a:lnTo>
                    <a:pt x="0" y="46463"/>
                  </a:lnTo>
                  <a:cubicBezTo>
                    <a:pt x="0" y="20802"/>
                    <a:pt x="20802" y="0"/>
                    <a:pt x="46463" y="0"/>
                  </a:cubicBezTo>
                  <a:close/>
                </a:path>
              </a:pathLst>
            </a:custGeom>
            <a:blipFill>
              <a:blip r:embed="rId5"/>
              <a:stretch>
                <a:fillRect l="-57308" t="-37393" r="-52799" b="-48748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597408" y="6161610"/>
            <a:ext cx="5341833" cy="3338646"/>
          </a:xfrm>
          <a:custGeom>
            <a:avLst/>
            <a:gdLst/>
            <a:ahLst/>
            <a:cxnLst/>
            <a:rect r="r" b="b" t="t" l="l"/>
            <a:pathLst>
              <a:path h="3338646" w="5341833">
                <a:moveTo>
                  <a:pt x="0" y="0"/>
                </a:moveTo>
                <a:lnTo>
                  <a:pt x="5341833" y="0"/>
                </a:lnTo>
                <a:lnTo>
                  <a:pt x="5341833" y="3338646"/>
                </a:lnTo>
                <a:lnTo>
                  <a:pt x="0" y="33386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7816317" y="5897885"/>
            <a:ext cx="3363970" cy="3532937"/>
          </a:xfrm>
          <a:custGeom>
            <a:avLst/>
            <a:gdLst/>
            <a:ahLst/>
            <a:cxnLst/>
            <a:rect r="r" b="b" t="t" l="l"/>
            <a:pathLst>
              <a:path h="3532937" w="3363970">
                <a:moveTo>
                  <a:pt x="0" y="0"/>
                </a:moveTo>
                <a:lnTo>
                  <a:pt x="3363970" y="0"/>
                </a:lnTo>
                <a:lnTo>
                  <a:pt x="3363970" y="3532937"/>
                </a:lnTo>
                <a:lnTo>
                  <a:pt x="0" y="35329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24" id="24"/>
          <p:cNvSpPr txBox="true"/>
          <p:nvPr/>
        </p:nvSpPr>
        <p:spPr>
          <a:xfrm rot="0">
            <a:off x="619285" y="4589785"/>
            <a:ext cx="852471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F7FBFF"/>
                </a:solidFill>
                <a:latin typeface="Poppins Bold"/>
                <a:ea typeface="Poppins Bold"/>
                <a:cs typeface="Poppins Bold"/>
                <a:sym typeface="Poppins Bold"/>
              </a:rPr>
              <a:t>Pengolahan Citra Medika (A)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4371" y="2118365"/>
            <a:ext cx="12709660" cy="169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5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SIMPLE EDGE DETECTION</a:t>
            </a:r>
          </a:p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Menggunakan Citra Wajah (Face Detection 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78170" y="1646202"/>
            <a:ext cx="3931889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Jeremi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Christ Immanuel Manalu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61991" y="7437467"/>
            <a:ext cx="4364247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5023231017</a:t>
            </a:r>
          </a:p>
        </p:txBody>
      </p:sp>
      <p:sp>
        <p:nvSpPr>
          <p:cNvPr name="Freeform 28" id="28"/>
          <p:cNvSpPr/>
          <p:nvPr/>
        </p:nvSpPr>
        <p:spPr>
          <a:xfrm flipH="false" flipV="true" rot="0">
            <a:off x="10361689" y="7830933"/>
            <a:ext cx="6732105" cy="4030848"/>
          </a:xfrm>
          <a:custGeom>
            <a:avLst/>
            <a:gdLst/>
            <a:ahLst/>
            <a:cxnLst/>
            <a:rect r="r" b="b" t="t" l="l"/>
            <a:pathLst>
              <a:path h="4030848" w="6732105">
                <a:moveTo>
                  <a:pt x="0" y="4030847"/>
                </a:moveTo>
                <a:lnTo>
                  <a:pt x="6732105" y="4030847"/>
                </a:lnTo>
                <a:lnTo>
                  <a:pt x="6732105" y="0"/>
                </a:lnTo>
                <a:lnTo>
                  <a:pt x="0" y="0"/>
                </a:lnTo>
                <a:lnTo>
                  <a:pt x="0" y="4030847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9663595">
            <a:off x="5947801" y="-4401718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0076" y="-2058406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08865" y="-392510"/>
            <a:ext cx="5831982" cy="11072020"/>
            <a:chOff x="0" y="0"/>
            <a:chExt cx="1535995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35995" cy="2916088"/>
            </a:xfrm>
            <a:custGeom>
              <a:avLst/>
              <a:gdLst/>
              <a:ahLst/>
              <a:cxnLst/>
              <a:rect r="r" b="b" t="t" l="l"/>
              <a:pathLst>
                <a:path h="2916088" w="1535995">
                  <a:moveTo>
                    <a:pt x="0" y="0"/>
                  </a:moveTo>
                  <a:lnTo>
                    <a:pt x="1535995" y="0"/>
                  </a:lnTo>
                  <a:lnTo>
                    <a:pt x="1535995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535995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31877" y="633234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12323735" y="9187881"/>
            <a:ext cx="4669468" cy="858817"/>
            <a:chOff x="0" y="0"/>
            <a:chExt cx="1229819" cy="2261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9819" cy="226191"/>
            </a:xfrm>
            <a:custGeom>
              <a:avLst/>
              <a:gdLst/>
              <a:ahLst/>
              <a:cxnLst/>
              <a:rect r="r" b="b" t="t" l="l"/>
              <a:pathLst>
                <a:path h="226191" w="1229819">
                  <a:moveTo>
                    <a:pt x="49740" y="0"/>
                  </a:moveTo>
                  <a:lnTo>
                    <a:pt x="1180079" y="0"/>
                  </a:lnTo>
                  <a:cubicBezTo>
                    <a:pt x="1193271" y="0"/>
                    <a:pt x="1205922" y="5240"/>
                    <a:pt x="1215250" y="14568"/>
                  </a:cubicBezTo>
                  <a:cubicBezTo>
                    <a:pt x="1224578" y="23896"/>
                    <a:pt x="1229819" y="36548"/>
                    <a:pt x="1229819" y="49740"/>
                  </a:cubicBezTo>
                  <a:lnTo>
                    <a:pt x="1229819" y="176451"/>
                  </a:lnTo>
                  <a:cubicBezTo>
                    <a:pt x="1229819" y="203921"/>
                    <a:pt x="1207549" y="226191"/>
                    <a:pt x="1180079" y="226191"/>
                  </a:cubicBezTo>
                  <a:lnTo>
                    <a:pt x="49740" y="226191"/>
                  </a:lnTo>
                  <a:cubicBezTo>
                    <a:pt x="22269" y="226191"/>
                    <a:pt x="0" y="203921"/>
                    <a:pt x="0" y="176451"/>
                  </a:cubicBezTo>
                  <a:lnTo>
                    <a:pt x="0" y="49740"/>
                  </a:lnTo>
                  <a:cubicBezTo>
                    <a:pt x="0" y="22269"/>
                    <a:pt x="22269" y="0"/>
                    <a:pt x="497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62000"/>
                  </a:srgbClr>
                </a:gs>
                <a:gs pos="50000">
                  <a:srgbClr val="699ACD">
                    <a:alpha val="62000"/>
                  </a:srgbClr>
                </a:gs>
                <a:gs pos="100000">
                  <a:srgbClr val="2F679F">
                    <a:alpha val="62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29819" cy="28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900939" y="299152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0" y="0"/>
                </a:lnTo>
                <a:lnTo>
                  <a:pt x="2170560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361" r="0" b="-1736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14847" y="254188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0076" y="3878665"/>
            <a:ext cx="10751521" cy="5738624"/>
          </a:xfrm>
          <a:custGeom>
            <a:avLst/>
            <a:gdLst/>
            <a:ahLst/>
            <a:cxnLst/>
            <a:rect r="r" b="b" t="t" l="l"/>
            <a:pathLst>
              <a:path h="5738624" w="10751521">
                <a:moveTo>
                  <a:pt x="0" y="0"/>
                </a:moveTo>
                <a:lnTo>
                  <a:pt x="10751520" y="0"/>
                </a:lnTo>
                <a:lnTo>
                  <a:pt x="10751520" y="5738624"/>
                </a:lnTo>
                <a:lnTo>
                  <a:pt x="0" y="573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23735" y="2717349"/>
            <a:ext cx="4692732" cy="6329273"/>
          </a:xfrm>
          <a:custGeom>
            <a:avLst/>
            <a:gdLst/>
            <a:ahLst/>
            <a:cxnLst/>
            <a:rect r="r" b="b" t="t" l="l"/>
            <a:pathLst>
              <a:path h="6329273" w="4692732">
                <a:moveTo>
                  <a:pt x="0" y="0"/>
                </a:moveTo>
                <a:lnTo>
                  <a:pt x="4692732" y="0"/>
                </a:lnTo>
                <a:lnTo>
                  <a:pt x="4692732" y="6329273"/>
                </a:lnTo>
                <a:lnTo>
                  <a:pt x="0" y="63292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411288" y="3272487"/>
            <a:ext cx="3024152" cy="45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3"/>
              </a:lnSpc>
              <a:spcBef>
                <a:spcPct val="0"/>
              </a:spcBef>
            </a:pPr>
            <a:r>
              <a:rPr lang="en-US" b="true" sz="2566" spc="1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  </a:t>
            </a:r>
            <a:r>
              <a:rPr lang="en-US" b="true" sz="2566" spc="12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  Interface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53761" y="1404999"/>
            <a:ext cx="420387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PROGRAM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858367" y="-649943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26226" y="9363289"/>
            <a:ext cx="328775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pc="12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Struktur Direktori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4668" y="-3157079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120312">
            <a:off x="-2273262" y="833153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299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37006" y="3330458"/>
            <a:ext cx="4170806" cy="940870"/>
            <a:chOff x="0" y="0"/>
            <a:chExt cx="1098484" cy="2478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8484" cy="247801"/>
            </a:xfrm>
            <a:custGeom>
              <a:avLst/>
              <a:gdLst/>
              <a:ahLst/>
              <a:cxnLst/>
              <a:rect r="r" b="b" t="t" l="l"/>
              <a:pathLst>
                <a:path h="247801" w="1098484">
                  <a:moveTo>
                    <a:pt x="37124" y="0"/>
                  </a:moveTo>
                  <a:lnTo>
                    <a:pt x="1061359" y="0"/>
                  </a:lnTo>
                  <a:cubicBezTo>
                    <a:pt x="1081863" y="0"/>
                    <a:pt x="1098484" y="16621"/>
                    <a:pt x="1098484" y="37124"/>
                  </a:cubicBezTo>
                  <a:lnTo>
                    <a:pt x="1098484" y="210677"/>
                  </a:lnTo>
                  <a:cubicBezTo>
                    <a:pt x="1098484" y="231180"/>
                    <a:pt x="1081863" y="247801"/>
                    <a:pt x="1061359" y="247801"/>
                  </a:cubicBezTo>
                  <a:lnTo>
                    <a:pt x="37124" y="247801"/>
                  </a:lnTo>
                  <a:cubicBezTo>
                    <a:pt x="16621" y="247801"/>
                    <a:pt x="0" y="231180"/>
                    <a:pt x="0" y="210677"/>
                  </a:cubicBezTo>
                  <a:lnTo>
                    <a:pt x="0" y="37124"/>
                  </a:lnTo>
                  <a:cubicBezTo>
                    <a:pt x="0" y="16621"/>
                    <a:pt x="16621" y="0"/>
                    <a:pt x="371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98484" cy="304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75483" y="4682208"/>
            <a:ext cx="8833829" cy="979922"/>
            <a:chOff x="0" y="0"/>
            <a:chExt cx="2326605" cy="2580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6605" cy="258086"/>
            </a:xfrm>
            <a:custGeom>
              <a:avLst/>
              <a:gdLst/>
              <a:ahLst/>
              <a:cxnLst/>
              <a:rect r="r" b="b" t="t" l="l"/>
              <a:pathLst>
                <a:path h="258086" w="2326605">
                  <a:moveTo>
                    <a:pt x="17528" y="0"/>
                  </a:moveTo>
                  <a:lnTo>
                    <a:pt x="2309077" y="0"/>
                  </a:lnTo>
                  <a:cubicBezTo>
                    <a:pt x="2313726" y="0"/>
                    <a:pt x="2318184" y="1847"/>
                    <a:pt x="2321471" y="5134"/>
                  </a:cubicBezTo>
                  <a:cubicBezTo>
                    <a:pt x="2324759" y="8421"/>
                    <a:pt x="2326605" y="12879"/>
                    <a:pt x="2326605" y="17528"/>
                  </a:cubicBezTo>
                  <a:lnTo>
                    <a:pt x="2326605" y="240559"/>
                  </a:lnTo>
                  <a:cubicBezTo>
                    <a:pt x="2326605" y="250239"/>
                    <a:pt x="2318758" y="258086"/>
                    <a:pt x="2309077" y="258086"/>
                  </a:cubicBezTo>
                  <a:lnTo>
                    <a:pt x="17528" y="258086"/>
                  </a:lnTo>
                  <a:cubicBezTo>
                    <a:pt x="7848" y="258086"/>
                    <a:pt x="0" y="250239"/>
                    <a:pt x="0" y="240559"/>
                  </a:cubicBezTo>
                  <a:lnTo>
                    <a:pt x="0" y="17528"/>
                  </a:lnTo>
                  <a:cubicBezTo>
                    <a:pt x="0" y="7848"/>
                    <a:pt x="7848" y="0"/>
                    <a:pt x="175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326605" cy="315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837006" y="196438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0" y="0"/>
                </a:lnTo>
                <a:lnTo>
                  <a:pt x="2170560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361" r="0" b="-1736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06789" y="173956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855500" y="6664455"/>
            <a:ext cx="4920495" cy="940870"/>
            <a:chOff x="0" y="0"/>
            <a:chExt cx="1295933" cy="2478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5933" cy="247801"/>
            </a:xfrm>
            <a:custGeom>
              <a:avLst/>
              <a:gdLst/>
              <a:ahLst/>
              <a:cxnLst/>
              <a:rect r="r" b="b" t="t" l="l"/>
              <a:pathLst>
                <a:path h="247801" w="1295933">
                  <a:moveTo>
                    <a:pt x="31468" y="0"/>
                  </a:moveTo>
                  <a:lnTo>
                    <a:pt x="1264465" y="0"/>
                  </a:lnTo>
                  <a:cubicBezTo>
                    <a:pt x="1281844" y="0"/>
                    <a:pt x="1295933" y="14089"/>
                    <a:pt x="1295933" y="31468"/>
                  </a:cubicBezTo>
                  <a:lnTo>
                    <a:pt x="1295933" y="216333"/>
                  </a:lnTo>
                  <a:cubicBezTo>
                    <a:pt x="1295933" y="233712"/>
                    <a:pt x="1281844" y="247801"/>
                    <a:pt x="1264465" y="247801"/>
                  </a:cubicBezTo>
                  <a:lnTo>
                    <a:pt x="31468" y="247801"/>
                  </a:lnTo>
                  <a:cubicBezTo>
                    <a:pt x="14089" y="247801"/>
                    <a:pt x="0" y="233712"/>
                    <a:pt x="0" y="216333"/>
                  </a:cubicBezTo>
                  <a:lnTo>
                    <a:pt x="0" y="31468"/>
                  </a:lnTo>
                  <a:cubicBezTo>
                    <a:pt x="0" y="14089"/>
                    <a:pt x="14089" y="0"/>
                    <a:pt x="31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295933" cy="304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965074" y="7691050"/>
            <a:ext cx="9658830" cy="574309"/>
          </a:xfrm>
          <a:custGeom>
            <a:avLst/>
            <a:gdLst/>
            <a:ahLst/>
            <a:cxnLst/>
            <a:rect r="r" b="b" t="t" l="l"/>
            <a:pathLst>
              <a:path h="574309" w="9658830">
                <a:moveTo>
                  <a:pt x="0" y="0"/>
                </a:moveTo>
                <a:lnTo>
                  <a:pt x="9658830" y="0"/>
                </a:lnTo>
                <a:lnTo>
                  <a:pt x="9658830" y="574309"/>
                </a:lnTo>
                <a:lnTo>
                  <a:pt x="0" y="574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998236" y="7552631"/>
            <a:ext cx="3907964" cy="940870"/>
            <a:chOff x="0" y="0"/>
            <a:chExt cx="1029258" cy="2478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9258" cy="247801"/>
            </a:xfrm>
            <a:custGeom>
              <a:avLst/>
              <a:gdLst/>
              <a:ahLst/>
              <a:cxnLst/>
              <a:rect r="r" b="b" t="t" l="l"/>
              <a:pathLst>
                <a:path h="247801" w="1029258">
                  <a:moveTo>
                    <a:pt x="39621" y="0"/>
                  </a:moveTo>
                  <a:lnTo>
                    <a:pt x="989637" y="0"/>
                  </a:lnTo>
                  <a:cubicBezTo>
                    <a:pt x="1011519" y="0"/>
                    <a:pt x="1029258" y="17739"/>
                    <a:pt x="1029258" y="39621"/>
                  </a:cubicBezTo>
                  <a:lnTo>
                    <a:pt x="1029258" y="208180"/>
                  </a:lnTo>
                  <a:cubicBezTo>
                    <a:pt x="1029258" y="218688"/>
                    <a:pt x="1025084" y="228766"/>
                    <a:pt x="1017653" y="236196"/>
                  </a:cubicBezTo>
                  <a:cubicBezTo>
                    <a:pt x="1010223" y="243627"/>
                    <a:pt x="1000145" y="247801"/>
                    <a:pt x="989637" y="247801"/>
                  </a:cubicBezTo>
                  <a:lnTo>
                    <a:pt x="39621" y="247801"/>
                  </a:lnTo>
                  <a:cubicBezTo>
                    <a:pt x="29113" y="247801"/>
                    <a:pt x="19035" y="243627"/>
                    <a:pt x="11605" y="236196"/>
                  </a:cubicBezTo>
                  <a:cubicBezTo>
                    <a:pt x="4174" y="228766"/>
                    <a:pt x="0" y="218688"/>
                    <a:pt x="0" y="208180"/>
                  </a:cubicBezTo>
                  <a:lnTo>
                    <a:pt x="0" y="39621"/>
                  </a:lnTo>
                  <a:cubicBezTo>
                    <a:pt x="0" y="29113"/>
                    <a:pt x="4174" y="19035"/>
                    <a:pt x="11605" y="11605"/>
                  </a:cubicBezTo>
                  <a:cubicBezTo>
                    <a:pt x="19035" y="4174"/>
                    <a:pt x="29113" y="0"/>
                    <a:pt x="396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29258" cy="304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261321" y="4834608"/>
            <a:ext cx="5454690" cy="1218038"/>
          </a:xfrm>
          <a:custGeom>
            <a:avLst/>
            <a:gdLst/>
            <a:ahLst/>
            <a:cxnLst/>
            <a:rect r="r" b="b" t="t" l="l"/>
            <a:pathLst>
              <a:path h="1218038" w="5454690">
                <a:moveTo>
                  <a:pt x="0" y="0"/>
                </a:moveTo>
                <a:lnTo>
                  <a:pt x="5454690" y="0"/>
                </a:lnTo>
                <a:lnTo>
                  <a:pt x="5454690" y="1218038"/>
                </a:lnTo>
                <a:lnTo>
                  <a:pt x="0" y="12180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26488" y="9048021"/>
            <a:ext cx="9879712" cy="1059081"/>
          </a:xfrm>
          <a:custGeom>
            <a:avLst/>
            <a:gdLst/>
            <a:ahLst/>
            <a:cxnLst/>
            <a:rect r="r" b="b" t="t" l="l"/>
            <a:pathLst>
              <a:path h="1059081" w="9879712">
                <a:moveTo>
                  <a:pt x="0" y="0"/>
                </a:moveTo>
                <a:lnTo>
                  <a:pt x="9879712" y="0"/>
                </a:lnTo>
                <a:lnTo>
                  <a:pt x="9879712" y="1059081"/>
                </a:lnTo>
                <a:lnTo>
                  <a:pt x="0" y="10590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837006" y="1465207"/>
            <a:ext cx="10617770" cy="15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1"/>
              </a:lnSpc>
            </a:pPr>
            <a:r>
              <a:rPr lang="en-US" sz="6053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AKUISISI DAN RGB TO GRAYSCALE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29423" y="-580405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73994" y="3375443"/>
            <a:ext cx="1387326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95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07388" y="3375443"/>
            <a:ext cx="8307595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INPUT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18873" y="4746719"/>
            <a:ext cx="1387326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95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2738" y="4746719"/>
            <a:ext cx="6786135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KONVERSI MATEMATIS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73994" y="4289613"/>
            <a:ext cx="9877977" cy="39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5"/>
              </a:lnSpc>
            </a:pPr>
            <a:r>
              <a:rPr lang="en-US" sz="2168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Memuat</a:t>
            </a:r>
            <a:r>
              <a:rPr lang="en-US" sz="2168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68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gambar</a:t>
            </a:r>
            <a:r>
              <a:rPr lang="en-US" sz="2168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RGB</a:t>
            </a:r>
            <a:r>
              <a:rPr lang="en-US" sz="2168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68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168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andar.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49829" y="5743093"/>
            <a:ext cx="9840989" cy="77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8"/>
              </a:lnSpc>
            </a:pPr>
            <a:r>
              <a:rPr lang="en-US" sz="2163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Fungsi custom manu</a:t>
            </a:r>
            <a:r>
              <a:rPr lang="en-US" sz="2163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al_</a:t>
            </a:r>
            <a:r>
              <a:rPr lang="en-US" sz="2163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63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163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b2gray memanfaatkan </a:t>
            </a:r>
            <a:r>
              <a:rPr lang="en-US" sz="2163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Metode Luminositas </a:t>
            </a:r>
            <a:r>
              <a:rPr lang="en-US" sz="2163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CCIR</a:t>
            </a:r>
            <a:r>
              <a:rPr lang="en-US" sz="2163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601.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92488" y="6709440"/>
            <a:ext cx="1387326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95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25882" y="6709440"/>
            <a:ext cx="8307595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FORMULA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397267" y="7628831"/>
            <a:ext cx="1387326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95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20989" y="7628831"/>
            <a:ext cx="1976278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INPUT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12841" y="8541126"/>
            <a:ext cx="9877977" cy="39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35"/>
              </a:lnSpc>
            </a:pPr>
            <a:r>
              <a:rPr lang="en-US" sz="2168" spc="10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Array Grayscale yang dinormalisasi</a:t>
            </a: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4668" y="-3157079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120312">
            <a:off x="-1836306" y="7923905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299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529423" y="-580405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990517" y="196438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1" y="0"/>
                </a:lnTo>
                <a:lnTo>
                  <a:pt x="2170561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361" r="0" b="-1736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46125" y="196438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12123" y="3214255"/>
            <a:ext cx="8055326" cy="1301131"/>
            <a:chOff x="0" y="0"/>
            <a:chExt cx="2121567" cy="3426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1567" cy="342685"/>
            </a:xfrm>
            <a:custGeom>
              <a:avLst/>
              <a:gdLst/>
              <a:ahLst/>
              <a:cxnLst/>
              <a:rect r="r" b="b" t="t" l="l"/>
              <a:pathLst>
                <a:path h="342685" w="2121567">
                  <a:moveTo>
                    <a:pt x="29794" y="0"/>
                  </a:moveTo>
                  <a:lnTo>
                    <a:pt x="2091773" y="0"/>
                  </a:lnTo>
                  <a:cubicBezTo>
                    <a:pt x="2099675" y="0"/>
                    <a:pt x="2107254" y="3139"/>
                    <a:pt x="2112841" y="8726"/>
                  </a:cubicBezTo>
                  <a:cubicBezTo>
                    <a:pt x="2118428" y="14314"/>
                    <a:pt x="2121567" y="21892"/>
                    <a:pt x="2121567" y="29794"/>
                  </a:cubicBezTo>
                  <a:lnTo>
                    <a:pt x="2121567" y="312891"/>
                  </a:lnTo>
                  <a:cubicBezTo>
                    <a:pt x="2121567" y="320793"/>
                    <a:pt x="2118428" y="328371"/>
                    <a:pt x="2112841" y="333958"/>
                  </a:cubicBezTo>
                  <a:cubicBezTo>
                    <a:pt x="2107254" y="339546"/>
                    <a:pt x="2099675" y="342685"/>
                    <a:pt x="2091773" y="342685"/>
                  </a:cubicBezTo>
                  <a:lnTo>
                    <a:pt x="29794" y="342685"/>
                  </a:lnTo>
                  <a:cubicBezTo>
                    <a:pt x="21892" y="342685"/>
                    <a:pt x="14314" y="339546"/>
                    <a:pt x="8726" y="333958"/>
                  </a:cubicBezTo>
                  <a:cubicBezTo>
                    <a:pt x="3139" y="328371"/>
                    <a:pt x="0" y="320793"/>
                    <a:pt x="0" y="312891"/>
                  </a:cubicBezTo>
                  <a:lnTo>
                    <a:pt x="0" y="29794"/>
                  </a:lnTo>
                  <a:cubicBezTo>
                    <a:pt x="0" y="21892"/>
                    <a:pt x="3139" y="14314"/>
                    <a:pt x="8726" y="8726"/>
                  </a:cubicBezTo>
                  <a:cubicBezTo>
                    <a:pt x="14314" y="3139"/>
                    <a:pt x="21892" y="0"/>
                    <a:pt x="29794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21567" cy="409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2622" y="3523862"/>
            <a:ext cx="1374079" cy="641032"/>
            <a:chOff x="0" y="0"/>
            <a:chExt cx="361897" cy="1688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897" cy="168831"/>
            </a:xfrm>
            <a:custGeom>
              <a:avLst/>
              <a:gdLst/>
              <a:ahLst/>
              <a:cxnLst/>
              <a:rect r="r" b="b" t="t" l="l"/>
              <a:pathLst>
                <a:path h="168831" w="361897">
                  <a:moveTo>
                    <a:pt x="84416" y="0"/>
                  </a:moveTo>
                  <a:lnTo>
                    <a:pt x="277482" y="0"/>
                  </a:lnTo>
                  <a:cubicBezTo>
                    <a:pt x="324103" y="0"/>
                    <a:pt x="361897" y="37794"/>
                    <a:pt x="361897" y="84416"/>
                  </a:cubicBezTo>
                  <a:lnTo>
                    <a:pt x="361897" y="84416"/>
                  </a:lnTo>
                  <a:cubicBezTo>
                    <a:pt x="361897" y="106804"/>
                    <a:pt x="353004" y="128276"/>
                    <a:pt x="337173" y="144107"/>
                  </a:cubicBezTo>
                  <a:cubicBezTo>
                    <a:pt x="321342" y="159938"/>
                    <a:pt x="299870" y="168831"/>
                    <a:pt x="277482" y="168831"/>
                  </a:cubicBezTo>
                  <a:lnTo>
                    <a:pt x="84416" y="168831"/>
                  </a:lnTo>
                  <a:cubicBezTo>
                    <a:pt x="62027" y="168831"/>
                    <a:pt x="40556" y="159938"/>
                    <a:pt x="24725" y="144107"/>
                  </a:cubicBezTo>
                  <a:cubicBezTo>
                    <a:pt x="8894" y="128276"/>
                    <a:pt x="0" y="106804"/>
                    <a:pt x="0" y="84416"/>
                  </a:cubicBezTo>
                  <a:lnTo>
                    <a:pt x="0" y="84416"/>
                  </a:lnTo>
                  <a:cubicBezTo>
                    <a:pt x="0" y="62027"/>
                    <a:pt x="8894" y="40556"/>
                    <a:pt x="24725" y="24725"/>
                  </a:cubicBezTo>
                  <a:cubicBezTo>
                    <a:pt x="40556" y="8894"/>
                    <a:pt x="62027" y="0"/>
                    <a:pt x="8441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61897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68654" y="3214255"/>
            <a:ext cx="188117" cy="6564226"/>
            <a:chOff x="0" y="0"/>
            <a:chExt cx="49545" cy="1728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45" cy="1728850"/>
            </a:xfrm>
            <a:custGeom>
              <a:avLst/>
              <a:gdLst/>
              <a:ahLst/>
              <a:cxnLst/>
              <a:rect r="r" b="b" t="t" l="l"/>
              <a:pathLst>
                <a:path h="1728850" w="49545">
                  <a:moveTo>
                    <a:pt x="24773" y="0"/>
                  </a:moveTo>
                  <a:lnTo>
                    <a:pt x="24773" y="0"/>
                  </a:lnTo>
                  <a:cubicBezTo>
                    <a:pt x="38454" y="0"/>
                    <a:pt x="49545" y="11091"/>
                    <a:pt x="49545" y="24773"/>
                  </a:cubicBezTo>
                  <a:lnTo>
                    <a:pt x="49545" y="1704077"/>
                  </a:lnTo>
                  <a:cubicBezTo>
                    <a:pt x="49545" y="1717759"/>
                    <a:pt x="38454" y="1728850"/>
                    <a:pt x="24773" y="1728850"/>
                  </a:cubicBezTo>
                  <a:lnTo>
                    <a:pt x="24773" y="1728850"/>
                  </a:lnTo>
                  <a:cubicBezTo>
                    <a:pt x="11091" y="1728850"/>
                    <a:pt x="0" y="1717759"/>
                    <a:pt x="0" y="1704077"/>
                  </a:cubicBezTo>
                  <a:lnTo>
                    <a:pt x="0" y="24773"/>
                  </a:lnTo>
                  <a:cubicBezTo>
                    <a:pt x="0" y="11091"/>
                    <a:pt x="11091" y="0"/>
                    <a:pt x="2477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9545" cy="1795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17446" y="3190819"/>
            <a:ext cx="3139039" cy="836016"/>
            <a:chOff x="0" y="0"/>
            <a:chExt cx="826743" cy="2201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6743" cy="220185"/>
            </a:xfrm>
            <a:custGeom>
              <a:avLst/>
              <a:gdLst/>
              <a:ahLst/>
              <a:cxnLst/>
              <a:rect r="r" b="b" t="t" l="l"/>
              <a:pathLst>
                <a:path h="220185" w="826743">
                  <a:moveTo>
                    <a:pt x="76456" y="0"/>
                  </a:moveTo>
                  <a:lnTo>
                    <a:pt x="750286" y="0"/>
                  </a:lnTo>
                  <a:cubicBezTo>
                    <a:pt x="792512" y="0"/>
                    <a:pt x="826743" y="34231"/>
                    <a:pt x="826743" y="76456"/>
                  </a:cubicBezTo>
                  <a:lnTo>
                    <a:pt x="826743" y="143729"/>
                  </a:lnTo>
                  <a:cubicBezTo>
                    <a:pt x="826743" y="185955"/>
                    <a:pt x="792512" y="220185"/>
                    <a:pt x="750286" y="220185"/>
                  </a:cubicBezTo>
                  <a:lnTo>
                    <a:pt x="76456" y="220185"/>
                  </a:lnTo>
                  <a:cubicBezTo>
                    <a:pt x="34231" y="220185"/>
                    <a:pt x="0" y="185955"/>
                    <a:pt x="0" y="143729"/>
                  </a:cubicBezTo>
                  <a:lnTo>
                    <a:pt x="0" y="76456"/>
                  </a:lnTo>
                  <a:cubicBezTo>
                    <a:pt x="0" y="34231"/>
                    <a:pt x="34231" y="0"/>
                    <a:pt x="76456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826743" cy="286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73416" y="3278124"/>
            <a:ext cx="1374079" cy="641032"/>
            <a:chOff x="0" y="0"/>
            <a:chExt cx="361897" cy="1688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897" cy="168831"/>
            </a:xfrm>
            <a:custGeom>
              <a:avLst/>
              <a:gdLst/>
              <a:ahLst/>
              <a:cxnLst/>
              <a:rect r="r" b="b" t="t" l="l"/>
              <a:pathLst>
                <a:path h="168831" w="361897">
                  <a:moveTo>
                    <a:pt x="84416" y="0"/>
                  </a:moveTo>
                  <a:lnTo>
                    <a:pt x="277482" y="0"/>
                  </a:lnTo>
                  <a:cubicBezTo>
                    <a:pt x="324103" y="0"/>
                    <a:pt x="361897" y="37794"/>
                    <a:pt x="361897" y="84416"/>
                  </a:cubicBezTo>
                  <a:lnTo>
                    <a:pt x="361897" y="84416"/>
                  </a:lnTo>
                  <a:cubicBezTo>
                    <a:pt x="361897" y="106804"/>
                    <a:pt x="353004" y="128276"/>
                    <a:pt x="337173" y="144107"/>
                  </a:cubicBezTo>
                  <a:cubicBezTo>
                    <a:pt x="321342" y="159938"/>
                    <a:pt x="299870" y="168831"/>
                    <a:pt x="277482" y="168831"/>
                  </a:cubicBezTo>
                  <a:lnTo>
                    <a:pt x="84416" y="168831"/>
                  </a:lnTo>
                  <a:cubicBezTo>
                    <a:pt x="62027" y="168831"/>
                    <a:pt x="40556" y="159938"/>
                    <a:pt x="24725" y="144107"/>
                  </a:cubicBezTo>
                  <a:cubicBezTo>
                    <a:pt x="8894" y="128276"/>
                    <a:pt x="0" y="106804"/>
                    <a:pt x="0" y="84416"/>
                  </a:cubicBezTo>
                  <a:lnTo>
                    <a:pt x="0" y="84416"/>
                  </a:lnTo>
                  <a:cubicBezTo>
                    <a:pt x="0" y="62027"/>
                    <a:pt x="8894" y="40556"/>
                    <a:pt x="24725" y="24725"/>
                  </a:cubicBezTo>
                  <a:cubicBezTo>
                    <a:pt x="40556" y="8894"/>
                    <a:pt x="62027" y="0"/>
                    <a:pt x="8441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61897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26473" y="4952031"/>
            <a:ext cx="3139039" cy="795836"/>
            <a:chOff x="0" y="0"/>
            <a:chExt cx="826743" cy="2096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6743" cy="209603"/>
            </a:xfrm>
            <a:custGeom>
              <a:avLst/>
              <a:gdLst/>
              <a:ahLst/>
              <a:cxnLst/>
              <a:rect r="r" b="b" t="t" l="l"/>
              <a:pathLst>
                <a:path h="209603" w="826743">
                  <a:moveTo>
                    <a:pt x="76456" y="0"/>
                  </a:moveTo>
                  <a:lnTo>
                    <a:pt x="750286" y="0"/>
                  </a:lnTo>
                  <a:cubicBezTo>
                    <a:pt x="792512" y="0"/>
                    <a:pt x="826743" y="34231"/>
                    <a:pt x="826743" y="76456"/>
                  </a:cubicBezTo>
                  <a:lnTo>
                    <a:pt x="826743" y="133146"/>
                  </a:lnTo>
                  <a:cubicBezTo>
                    <a:pt x="826743" y="175372"/>
                    <a:pt x="792512" y="209603"/>
                    <a:pt x="750286" y="209603"/>
                  </a:cubicBezTo>
                  <a:lnTo>
                    <a:pt x="76456" y="209603"/>
                  </a:lnTo>
                  <a:cubicBezTo>
                    <a:pt x="34231" y="209603"/>
                    <a:pt x="0" y="175372"/>
                    <a:pt x="0" y="133146"/>
                  </a:cubicBezTo>
                  <a:lnTo>
                    <a:pt x="0" y="76456"/>
                  </a:lnTo>
                  <a:cubicBezTo>
                    <a:pt x="0" y="34231"/>
                    <a:pt x="34231" y="0"/>
                    <a:pt x="76456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826743" cy="276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16972" y="5029433"/>
            <a:ext cx="1374079" cy="641032"/>
            <a:chOff x="0" y="0"/>
            <a:chExt cx="361897" cy="168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1897" cy="168831"/>
            </a:xfrm>
            <a:custGeom>
              <a:avLst/>
              <a:gdLst/>
              <a:ahLst/>
              <a:cxnLst/>
              <a:rect r="r" b="b" t="t" l="l"/>
              <a:pathLst>
                <a:path h="168831" w="361897">
                  <a:moveTo>
                    <a:pt x="84416" y="0"/>
                  </a:moveTo>
                  <a:lnTo>
                    <a:pt x="277482" y="0"/>
                  </a:lnTo>
                  <a:cubicBezTo>
                    <a:pt x="324103" y="0"/>
                    <a:pt x="361897" y="37794"/>
                    <a:pt x="361897" y="84416"/>
                  </a:cubicBezTo>
                  <a:lnTo>
                    <a:pt x="361897" y="84416"/>
                  </a:lnTo>
                  <a:cubicBezTo>
                    <a:pt x="361897" y="106804"/>
                    <a:pt x="353004" y="128276"/>
                    <a:pt x="337173" y="144107"/>
                  </a:cubicBezTo>
                  <a:cubicBezTo>
                    <a:pt x="321342" y="159938"/>
                    <a:pt x="299870" y="168831"/>
                    <a:pt x="277482" y="168831"/>
                  </a:cubicBezTo>
                  <a:lnTo>
                    <a:pt x="84416" y="168831"/>
                  </a:lnTo>
                  <a:cubicBezTo>
                    <a:pt x="62027" y="168831"/>
                    <a:pt x="40556" y="159938"/>
                    <a:pt x="24725" y="144107"/>
                  </a:cubicBezTo>
                  <a:cubicBezTo>
                    <a:pt x="8894" y="128276"/>
                    <a:pt x="0" y="106804"/>
                    <a:pt x="0" y="84416"/>
                  </a:cubicBezTo>
                  <a:lnTo>
                    <a:pt x="0" y="84416"/>
                  </a:lnTo>
                  <a:cubicBezTo>
                    <a:pt x="0" y="62027"/>
                    <a:pt x="8894" y="40556"/>
                    <a:pt x="24725" y="24725"/>
                  </a:cubicBezTo>
                  <a:cubicBezTo>
                    <a:pt x="40556" y="8894"/>
                    <a:pt x="62027" y="0"/>
                    <a:pt x="8441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61897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26473" y="6576685"/>
            <a:ext cx="3139039" cy="757410"/>
            <a:chOff x="0" y="0"/>
            <a:chExt cx="826743" cy="1994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6743" cy="199483"/>
            </a:xfrm>
            <a:custGeom>
              <a:avLst/>
              <a:gdLst/>
              <a:ahLst/>
              <a:cxnLst/>
              <a:rect r="r" b="b" t="t" l="l"/>
              <a:pathLst>
                <a:path h="199483" w="826743">
                  <a:moveTo>
                    <a:pt x="76456" y="0"/>
                  </a:moveTo>
                  <a:lnTo>
                    <a:pt x="750286" y="0"/>
                  </a:lnTo>
                  <a:cubicBezTo>
                    <a:pt x="792512" y="0"/>
                    <a:pt x="826743" y="34231"/>
                    <a:pt x="826743" y="76456"/>
                  </a:cubicBezTo>
                  <a:lnTo>
                    <a:pt x="826743" y="123026"/>
                  </a:lnTo>
                  <a:cubicBezTo>
                    <a:pt x="826743" y="165252"/>
                    <a:pt x="792512" y="199483"/>
                    <a:pt x="750286" y="199483"/>
                  </a:cubicBezTo>
                  <a:lnTo>
                    <a:pt x="76456" y="199483"/>
                  </a:lnTo>
                  <a:cubicBezTo>
                    <a:pt x="34231" y="199483"/>
                    <a:pt x="0" y="165252"/>
                    <a:pt x="0" y="123026"/>
                  </a:cubicBezTo>
                  <a:lnTo>
                    <a:pt x="0" y="76456"/>
                  </a:lnTo>
                  <a:cubicBezTo>
                    <a:pt x="0" y="34231"/>
                    <a:pt x="34231" y="0"/>
                    <a:pt x="76456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826743" cy="266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16972" y="6634874"/>
            <a:ext cx="1374079" cy="641032"/>
            <a:chOff x="0" y="0"/>
            <a:chExt cx="361897" cy="16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1897" cy="168831"/>
            </a:xfrm>
            <a:custGeom>
              <a:avLst/>
              <a:gdLst/>
              <a:ahLst/>
              <a:cxnLst/>
              <a:rect r="r" b="b" t="t" l="l"/>
              <a:pathLst>
                <a:path h="168831" w="361897">
                  <a:moveTo>
                    <a:pt x="84416" y="0"/>
                  </a:moveTo>
                  <a:lnTo>
                    <a:pt x="277482" y="0"/>
                  </a:lnTo>
                  <a:cubicBezTo>
                    <a:pt x="324103" y="0"/>
                    <a:pt x="361897" y="37794"/>
                    <a:pt x="361897" y="84416"/>
                  </a:cubicBezTo>
                  <a:lnTo>
                    <a:pt x="361897" y="84416"/>
                  </a:lnTo>
                  <a:cubicBezTo>
                    <a:pt x="361897" y="106804"/>
                    <a:pt x="353004" y="128276"/>
                    <a:pt x="337173" y="144107"/>
                  </a:cubicBezTo>
                  <a:cubicBezTo>
                    <a:pt x="321342" y="159938"/>
                    <a:pt x="299870" y="168831"/>
                    <a:pt x="277482" y="168831"/>
                  </a:cubicBezTo>
                  <a:lnTo>
                    <a:pt x="84416" y="168831"/>
                  </a:lnTo>
                  <a:cubicBezTo>
                    <a:pt x="62027" y="168831"/>
                    <a:pt x="40556" y="159938"/>
                    <a:pt x="24725" y="144107"/>
                  </a:cubicBezTo>
                  <a:cubicBezTo>
                    <a:pt x="8894" y="128276"/>
                    <a:pt x="0" y="106804"/>
                    <a:pt x="0" y="84416"/>
                  </a:cubicBezTo>
                  <a:lnTo>
                    <a:pt x="0" y="84416"/>
                  </a:lnTo>
                  <a:cubicBezTo>
                    <a:pt x="0" y="62027"/>
                    <a:pt x="8894" y="40556"/>
                    <a:pt x="24725" y="24725"/>
                  </a:cubicBezTo>
                  <a:cubicBezTo>
                    <a:pt x="40556" y="8894"/>
                    <a:pt x="62027" y="0"/>
                    <a:pt x="8441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361897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60496" y="5470889"/>
            <a:ext cx="8055326" cy="1301131"/>
            <a:chOff x="0" y="0"/>
            <a:chExt cx="2121567" cy="34268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1567" cy="342685"/>
            </a:xfrm>
            <a:custGeom>
              <a:avLst/>
              <a:gdLst/>
              <a:ahLst/>
              <a:cxnLst/>
              <a:rect r="r" b="b" t="t" l="l"/>
              <a:pathLst>
                <a:path h="342685" w="2121567">
                  <a:moveTo>
                    <a:pt x="29794" y="0"/>
                  </a:moveTo>
                  <a:lnTo>
                    <a:pt x="2091773" y="0"/>
                  </a:lnTo>
                  <a:cubicBezTo>
                    <a:pt x="2099675" y="0"/>
                    <a:pt x="2107254" y="3139"/>
                    <a:pt x="2112841" y="8726"/>
                  </a:cubicBezTo>
                  <a:cubicBezTo>
                    <a:pt x="2118428" y="14314"/>
                    <a:pt x="2121567" y="21892"/>
                    <a:pt x="2121567" y="29794"/>
                  </a:cubicBezTo>
                  <a:lnTo>
                    <a:pt x="2121567" y="312891"/>
                  </a:lnTo>
                  <a:cubicBezTo>
                    <a:pt x="2121567" y="320793"/>
                    <a:pt x="2118428" y="328371"/>
                    <a:pt x="2112841" y="333958"/>
                  </a:cubicBezTo>
                  <a:cubicBezTo>
                    <a:pt x="2107254" y="339546"/>
                    <a:pt x="2099675" y="342685"/>
                    <a:pt x="2091773" y="342685"/>
                  </a:cubicBezTo>
                  <a:lnTo>
                    <a:pt x="29794" y="342685"/>
                  </a:lnTo>
                  <a:cubicBezTo>
                    <a:pt x="21892" y="342685"/>
                    <a:pt x="14314" y="339546"/>
                    <a:pt x="8726" y="333958"/>
                  </a:cubicBezTo>
                  <a:cubicBezTo>
                    <a:pt x="3139" y="328371"/>
                    <a:pt x="0" y="320793"/>
                    <a:pt x="0" y="312891"/>
                  </a:cubicBezTo>
                  <a:lnTo>
                    <a:pt x="0" y="29794"/>
                  </a:lnTo>
                  <a:cubicBezTo>
                    <a:pt x="0" y="21892"/>
                    <a:pt x="3139" y="14314"/>
                    <a:pt x="8726" y="8726"/>
                  </a:cubicBezTo>
                  <a:cubicBezTo>
                    <a:pt x="14314" y="3139"/>
                    <a:pt x="21892" y="0"/>
                    <a:pt x="29794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2121567" cy="409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50995" y="5780496"/>
            <a:ext cx="1374079" cy="641032"/>
            <a:chOff x="0" y="0"/>
            <a:chExt cx="361897" cy="1688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1897" cy="168831"/>
            </a:xfrm>
            <a:custGeom>
              <a:avLst/>
              <a:gdLst/>
              <a:ahLst/>
              <a:cxnLst/>
              <a:rect r="r" b="b" t="t" l="l"/>
              <a:pathLst>
                <a:path h="168831" w="361897">
                  <a:moveTo>
                    <a:pt x="84416" y="0"/>
                  </a:moveTo>
                  <a:lnTo>
                    <a:pt x="277482" y="0"/>
                  </a:lnTo>
                  <a:cubicBezTo>
                    <a:pt x="324103" y="0"/>
                    <a:pt x="361897" y="37794"/>
                    <a:pt x="361897" y="84416"/>
                  </a:cubicBezTo>
                  <a:lnTo>
                    <a:pt x="361897" y="84416"/>
                  </a:lnTo>
                  <a:cubicBezTo>
                    <a:pt x="361897" y="106804"/>
                    <a:pt x="353004" y="128276"/>
                    <a:pt x="337173" y="144107"/>
                  </a:cubicBezTo>
                  <a:cubicBezTo>
                    <a:pt x="321342" y="159938"/>
                    <a:pt x="299870" y="168831"/>
                    <a:pt x="277482" y="168831"/>
                  </a:cubicBezTo>
                  <a:lnTo>
                    <a:pt x="84416" y="168831"/>
                  </a:lnTo>
                  <a:cubicBezTo>
                    <a:pt x="62027" y="168831"/>
                    <a:pt x="40556" y="159938"/>
                    <a:pt x="24725" y="144107"/>
                  </a:cubicBezTo>
                  <a:cubicBezTo>
                    <a:pt x="8894" y="128276"/>
                    <a:pt x="0" y="106804"/>
                    <a:pt x="0" y="84416"/>
                  </a:cubicBezTo>
                  <a:lnTo>
                    <a:pt x="0" y="84416"/>
                  </a:lnTo>
                  <a:cubicBezTo>
                    <a:pt x="0" y="62027"/>
                    <a:pt x="8894" y="40556"/>
                    <a:pt x="24725" y="24725"/>
                  </a:cubicBezTo>
                  <a:cubicBezTo>
                    <a:pt x="40556" y="8894"/>
                    <a:pt x="62027" y="0"/>
                    <a:pt x="8441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361897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51402" y="7724520"/>
            <a:ext cx="8055326" cy="1301131"/>
            <a:chOff x="0" y="0"/>
            <a:chExt cx="2121567" cy="34268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21567" cy="342685"/>
            </a:xfrm>
            <a:custGeom>
              <a:avLst/>
              <a:gdLst/>
              <a:ahLst/>
              <a:cxnLst/>
              <a:rect r="r" b="b" t="t" l="l"/>
              <a:pathLst>
                <a:path h="342685" w="2121567">
                  <a:moveTo>
                    <a:pt x="29794" y="0"/>
                  </a:moveTo>
                  <a:lnTo>
                    <a:pt x="2091773" y="0"/>
                  </a:lnTo>
                  <a:cubicBezTo>
                    <a:pt x="2099675" y="0"/>
                    <a:pt x="2107254" y="3139"/>
                    <a:pt x="2112841" y="8726"/>
                  </a:cubicBezTo>
                  <a:cubicBezTo>
                    <a:pt x="2118428" y="14314"/>
                    <a:pt x="2121567" y="21892"/>
                    <a:pt x="2121567" y="29794"/>
                  </a:cubicBezTo>
                  <a:lnTo>
                    <a:pt x="2121567" y="312891"/>
                  </a:lnTo>
                  <a:cubicBezTo>
                    <a:pt x="2121567" y="320793"/>
                    <a:pt x="2118428" y="328371"/>
                    <a:pt x="2112841" y="333958"/>
                  </a:cubicBezTo>
                  <a:cubicBezTo>
                    <a:pt x="2107254" y="339546"/>
                    <a:pt x="2099675" y="342685"/>
                    <a:pt x="2091773" y="342685"/>
                  </a:cubicBezTo>
                  <a:lnTo>
                    <a:pt x="29794" y="342685"/>
                  </a:lnTo>
                  <a:cubicBezTo>
                    <a:pt x="21892" y="342685"/>
                    <a:pt x="14314" y="339546"/>
                    <a:pt x="8726" y="333958"/>
                  </a:cubicBezTo>
                  <a:cubicBezTo>
                    <a:pt x="3139" y="328371"/>
                    <a:pt x="0" y="320793"/>
                    <a:pt x="0" y="312891"/>
                  </a:cubicBezTo>
                  <a:lnTo>
                    <a:pt x="0" y="29794"/>
                  </a:lnTo>
                  <a:cubicBezTo>
                    <a:pt x="0" y="21892"/>
                    <a:pt x="3139" y="14314"/>
                    <a:pt x="8726" y="8726"/>
                  </a:cubicBezTo>
                  <a:cubicBezTo>
                    <a:pt x="14314" y="3139"/>
                    <a:pt x="21892" y="0"/>
                    <a:pt x="29794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2121567" cy="409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41901" y="8034128"/>
            <a:ext cx="1374079" cy="641032"/>
            <a:chOff x="0" y="0"/>
            <a:chExt cx="361897" cy="16883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1897" cy="168831"/>
            </a:xfrm>
            <a:custGeom>
              <a:avLst/>
              <a:gdLst/>
              <a:ahLst/>
              <a:cxnLst/>
              <a:rect r="r" b="b" t="t" l="l"/>
              <a:pathLst>
                <a:path h="168831" w="361897">
                  <a:moveTo>
                    <a:pt x="84416" y="0"/>
                  </a:moveTo>
                  <a:lnTo>
                    <a:pt x="277482" y="0"/>
                  </a:lnTo>
                  <a:cubicBezTo>
                    <a:pt x="324103" y="0"/>
                    <a:pt x="361897" y="37794"/>
                    <a:pt x="361897" y="84416"/>
                  </a:cubicBezTo>
                  <a:lnTo>
                    <a:pt x="361897" y="84416"/>
                  </a:lnTo>
                  <a:cubicBezTo>
                    <a:pt x="361897" y="106804"/>
                    <a:pt x="353004" y="128276"/>
                    <a:pt x="337173" y="144107"/>
                  </a:cubicBezTo>
                  <a:cubicBezTo>
                    <a:pt x="321342" y="159938"/>
                    <a:pt x="299870" y="168831"/>
                    <a:pt x="277482" y="168831"/>
                  </a:cubicBezTo>
                  <a:lnTo>
                    <a:pt x="84416" y="168831"/>
                  </a:lnTo>
                  <a:cubicBezTo>
                    <a:pt x="62027" y="168831"/>
                    <a:pt x="40556" y="159938"/>
                    <a:pt x="24725" y="144107"/>
                  </a:cubicBezTo>
                  <a:cubicBezTo>
                    <a:pt x="8894" y="128276"/>
                    <a:pt x="0" y="106804"/>
                    <a:pt x="0" y="84416"/>
                  </a:cubicBezTo>
                  <a:lnTo>
                    <a:pt x="0" y="84416"/>
                  </a:lnTo>
                  <a:cubicBezTo>
                    <a:pt x="0" y="62027"/>
                    <a:pt x="8894" y="40556"/>
                    <a:pt x="24725" y="24725"/>
                  </a:cubicBezTo>
                  <a:cubicBezTo>
                    <a:pt x="40556" y="8894"/>
                    <a:pt x="62027" y="0"/>
                    <a:pt x="8441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361897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312012" y="8121714"/>
            <a:ext cx="5079099" cy="757410"/>
            <a:chOff x="0" y="0"/>
            <a:chExt cx="1337705" cy="1994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37705" cy="199483"/>
            </a:xfrm>
            <a:custGeom>
              <a:avLst/>
              <a:gdLst/>
              <a:ahLst/>
              <a:cxnLst/>
              <a:rect r="r" b="b" t="t" l="l"/>
              <a:pathLst>
                <a:path h="199483" w="1337705">
                  <a:moveTo>
                    <a:pt x="47252" y="0"/>
                  </a:moveTo>
                  <a:lnTo>
                    <a:pt x="1290453" y="0"/>
                  </a:lnTo>
                  <a:cubicBezTo>
                    <a:pt x="1316549" y="0"/>
                    <a:pt x="1337705" y="21156"/>
                    <a:pt x="1337705" y="47252"/>
                  </a:cubicBezTo>
                  <a:lnTo>
                    <a:pt x="1337705" y="152230"/>
                  </a:lnTo>
                  <a:cubicBezTo>
                    <a:pt x="1337705" y="178327"/>
                    <a:pt x="1316549" y="199483"/>
                    <a:pt x="1290453" y="199483"/>
                  </a:cubicBezTo>
                  <a:lnTo>
                    <a:pt x="47252" y="199483"/>
                  </a:lnTo>
                  <a:cubicBezTo>
                    <a:pt x="21156" y="199483"/>
                    <a:pt x="0" y="178327"/>
                    <a:pt x="0" y="152230"/>
                  </a:cubicBezTo>
                  <a:lnTo>
                    <a:pt x="0" y="47252"/>
                  </a:lnTo>
                  <a:cubicBezTo>
                    <a:pt x="0" y="21156"/>
                    <a:pt x="21156" y="0"/>
                    <a:pt x="47252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337705" cy="266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502511" y="8179903"/>
            <a:ext cx="1374079" cy="641032"/>
            <a:chOff x="0" y="0"/>
            <a:chExt cx="361897" cy="1688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1897" cy="168831"/>
            </a:xfrm>
            <a:custGeom>
              <a:avLst/>
              <a:gdLst/>
              <a:ahLst/>
              <a:cxnLst/>
              <a:rect r="r" b="b" t="t" l="l"/>
              <a:pathLst>
                <a:path h="168831" w="361897">
                  <a:moveTo>
                    <a:pt x="84416" y="0"/>
                  </a:moveTo>
                  <a:lnTo>
                    <a:pt x="277482" y="0"/>
                  </a:lnTo>
                  <a:cubicBezTo>
                    <a:pt x="324103" y="0"/>
                    <a:pt x="361897" y="37794"/>
                    <a:pt x="361897" y="84416"/>
                  </a:cubicBezTo>
                  <a:lnTo>
                    <a:pt x="361897" y="84416"/>
                  </a:lnTo>
                  <a:cubicBezTo>
                    <a:pt x="361897" y="106804"/>
                    <a:pt x="353004" y="128276"/>
                    <a:pt x="337173" y="144107"/>
                  </a:cubicBezTo>
                  <a:cubicBezTo>
                    <a:pt x="321342" y="159938"/>
                    <a:pt x="299870" y="168831"/>
                    <a:pt x="277482" y="168831"/>
                  </a:cubicBezTo>
                  <a:lnTo>
                    <a:pt x="84416" y="168831"/>
                  </a:lnTo>
                  <a:cubicBezTo>
                    <a:pt x="62027" y="168831"/>
                    <a:pt x="40556" y="159938"/>
                    <a:pt x="24725" y="144107"/>
                  </a:cubicBezTo>
                  <a:cubicBezTo>
                    <a:pt x="8894" y="128276"/>
                    <a:pt x="0" y="106804"/>
                    <a:pt x="0" y="84416"/>
                  </a:cubicBezTo>
                  <a:lnTo>
                    <a:pt x="0" y="84416"/>
                  </a:lnTo>
                  <a:cubicBezTo>
                    <a:pt x="0" y="62027"/>
                    <a:pt x="8894" y="40556"/>
                    <a:pt x="24725" y="24725"/>
                  </a:cubicBezTo>
                  <a:cubicBezTo>
                    <a:pt x="40556" y="8894"/>
                    <a:pt x="62027" y="0"/>
                    <a:pt x="8441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361897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787606" y="9130427"/>
            <a:ext cx="7182919" cy="518355"/>
          </a:xfrm>
          <a:custGeom>
            <a:avLst/>
            <a:gdLst/>
            <a:ahLst/>
            <a:cxnLst/>
            <a:rect r="r" b="b" t="t" l="l"/>
            <a:pathLst>
              <a:path h="518355" w="7182919">
                <a:moveTo>
                  <a:pt x="0" y="0"/>
                </a:moveTo>
                <a:lnTo>
                  <a:pt x="7182919" y="0"/>
                </a:lnTo>
                <a:lnTo>
                  <a:pt x="7182919" y="518355"/>
                </a:lnTo>
                <a:lnTo>
                  <a:pt x="0" y="518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983720" y="6857745"/>
            <a:ext cx="6790692" cy="763745"/>
          </a:xfrm>
          <a:custGeom>
            <a:avLst/>
            <a:gdLst/>
            <a:ahLst/>
            <a:cxnLst/>
            <a:rect r="r" b="b" t="t" l="l"/>
            <a:pathLst>
              <a:path h="763745" w="6790692">
                <a:moveTo>
                  <a:pt x="0" y="0"/>
                </a:moveTo>
                <a:lnTo>
                  <a:pt x="6790691" y="0"/>
                </a:lnTo>
                <a:lnTo>
                  <a:pt x="6790691" y="763745"/>
                </a:lnTo>
                <a:lnTo>
                  <a:pt x="0" y="7637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2658119" y="4598916"/>
            <a:ext cx="5441892" cy="786247"/>
          </a:xfrm>
          <a:custGeom>
            <a:avLst/>
            <a:gdLst/>
            <a:ahLst/>
            <a:cxnLst/>
            <a:rect r="r" b="b" t="t" l="l"/>
            <a:pathLst>
              <a:path h="786247" w="5441892">
                <a:moveTo>
                  <a:pt x="0" y="0"/>
                </a:moveTo>
                <a:lnTo>
                  <a:pt x="5441892" y="0"/>
                </a:lnTo>
                <a:lnTo>
                  <a:pt x="5441892" y="786248"/>
                </a:lnTo>
                <a:lnTo>
                  <a:pt x="0" y="7862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0908760" y="4284010"/>
            <a:ext cx="5557236" cy="410846"/>
          </a:xfrm>
          <a:custGeom>
            <a:avLst/>
            <a:gdLst/>
            <a:ahLst/>
            <a:cxnLst/>
            <a:rect r="r" b="b" t="t" l="l"/>
            <a:pathLst>
              <a:path h="410846" w="5557236">
                <a:moveTo>
                  <a:pt x="0" y="0"/>
                </a:moveTo>
                <a:lnTo>
                  <a:pt x="5557236" y="0"/>
                </a:lnTo>
                <a:lnTo>
                  <a:pt x="5557236" y="410846"/>
                </a:lnTo>
                <a:lnTo>
                  <a:pt x="0" y="4108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9857975" y="5999599"/>
            <a:ext cx="8443878" cy="243711"/>
          </a:xfrm>
          <a:custGeom>
            <a:avLst/>
            <a:gdLst/>
            <a:ahLst/>
            <a:cxnLst/>
            <a:rect r="r" b="b" t="t" l="l"/>
            <a:pathLst>
              <a:path h="243711" w="8443878">
                <a:moveTo>
                  <a:pt x="0" y="0"/>
                </a:moveTo>
                <a:lnTo>
                  <a:pt x="8443878" y="0"/>
                </a:lnTo>
                <a:lnTo>
                  <a:pt x="8443878" y="243711"/>
                </a:lnTo>
                <a:lnTo>
                  <a:pt x="0" y="2437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0360911" y="7560220"/>
            <a:ext cx="7049454" cy="275744"/>
          </a:xfrm>
          <a:custGeom>
            <a:avLst/>
            <a:gdLst/>
            <a:ahLst/>
            <a:cxnLst/>
            <a:rect r="r" b="b" t="t" l="l"/>
            <a:pathLst>
              <a:path h="275744" w="7049454">
                <a:moveTo>
                  <a:pt x="0" y="0"/>
                </a:moveTo>
                <a:lnTo>
                  <a:pt x="7049454" y="0"/>
                </a:lnTo>
                <a:lnTo>
                  <a:pt x="7049454" y="275744"/>
                </a:lnTo>
                <a:lnTo>
                  <a:pt x="0" y="275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0360911" y="9150332"/>
            <a:ext cx="7436735" cy="304637"/>
          </a:xfrm>
          <a:custGeom>
            <a:avLst/>
            <a:gdLst/>
            <a:ahLst/>
            <a:cxnLst/>
            <a:rect r="r" b="b" t="t" l="l"/>
            <a:pathLst>
              <a:path h="304637" w="7436735">
                <a:moveTo>
                  <a:pt x="0" y="0"/>
                </a:moveTo>
                <a:lnTo>
                  <a:pt x="7436735" y="0"/>
                </a:lnTo>
                <a:lnTo>
                  <a:pt x="7436735" y="304638"/>
                </a:lnTo>
                <a:lnTo>
                  <a:pt x="0" y="3046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873994" y="1465909"/>
            <a:ext cx="9605808" cy="1595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8"/>
              </a:lnSpc>
            </a:pPr>
            <a:r>
              <a:rPr lang="en-US" sz="6050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IMAGE ENHANCEMENT DAN EVALUATION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138128" y="3373965"/>
            <a:ext cx="6171497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Contrast Stretching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Scaling linear dengan basis persentil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943451" y="3350529"/>
            <a:ext cx="6171497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RMSE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943451" y="5103876"/>
            <a:ext cx="6171497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PSNR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952478" y="6652551"/>
            <a:ext cx="6171497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SSIM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086501" y="5630599"/>
            <a:ext cx="6171497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Histogram Equalization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Penyesuaian kontras global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077407" y="7884231"/>
            <a:ext cx="6171497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CLAHE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 dengan lokalisasi dan adaptif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038515" y="8238164"/>
            <a:ext cx="6171497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Shannon Entropy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-3647749" y="-592459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65840" y="6526595"/>
            <a:ext cx="11514218" cy="8506128"/>
          </a:xfrm>
          <a:custGeom>
            <a:avLst/>
            <a:gdLst/>
            <a:ahLst/>
            <a:cxnLst/>
            <a:rect r="r" b="b" t="t" l="l"/>
            <a:pathLst>
              <a:path h="8506128" w="11514218">
                <a:moveTo>
                  <a:pt x="0" y="0"/>
                </a:moveTo>
                <a:lnTo>
                  <a:pt x="11514218" y="0"/>
                </a:lnTo>
                <a:lnTo>
                  <a:pt x="11514218" y="8506129"/>
                </a:lnTo>
                <a:lnTo>
                  <a:pt x="0" y="8506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7174" y="4463436"/>
            <a:ext cx="5124242" cy="1471820"/>
            <a:chOff x="0" y="0"/>
            <a:chExt cx="1349595" cy="387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9595" cy="387640"/>
            </a:xfrm>
            <a:custGeom>
              <a:avLst/>
              <a:gdLst/>
              <a:ahLst/>
              <a:cxnLst/>
              <a:rect r="r" b="b" t="t" l="l"/>
              <a:pathLst>
                <a:path h="387640" w="1349595">
                  <a:moveTo>
                    <a:pt x="46836" y="0"/>
                  </a:moveTo>
                  <a:lnTo>
                    <a:pt x="1302759" y="0"/>
                  </a:lnTo>
                  <a:cubicBezTo>
                    <a:pt x="1315180" y="0"/>
                    <a:pt x="1327093" y="4935"/>
                    <a:pt x="1335877" y="13718"/>
                  </a:cubicBezTo>
                  <a:cubicBezTo>
                    <a:pt x="1344660" y="22501"/>
                    <a:pt x="1349595" y="34414"/>
                    <a:pt x="1349595" y="46836"/>
                  </a:cubicBezTo>
                  <a:lnTo>
                    <a:pt x="1349595" y="340804"/>
                  </a:lnTo>
                  <a:cubicBezTo>
                    <a:pt x="1349595" y="366671"/>
                    <a:pt x="1328625" y="387640"/>
                    <a:pt x="1302759" y="387640"/>
                  </a:cubicBezTo>
                  <a:lnTo>
                    <a:pt x="46836" y="387640"/>
                  </a:lnTo>
                  <a:cubicBezTo>
                    <a:pt x="20969" y="387640"/>
                    <a:pt x="0" y="366671"/>
                    <a:pt x="0" y="340804"/>
                  </a:cubicBezTo>
                  <a:lnTo>
                    <a:pt x="0" y="46836"/>
                  </a:lnTo>
                  <a:cubicBezTo>
                    <a:pt x="0" y="34414"/>
                    <a:pt x="4935" y="22501"/>
                    <a:pt x="13718" y="13718"/>
                  </a:cubicBezTo>
                  <a:cubicBezTo>
                    <a:pt x="22501" y="4935"/>
                    <a:pt x="34414" y="0"/>
                    <a:pt x="46836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349595" cy="454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2333" y="4629061"/>
            <a:ext cx="4813925" cy="641032"/>
            <a:chOff x="0" y="0"/>
            <a:chExt cx="1267865" cy="1688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7865" cy="168831"/>
            </a:xfrm>
            <a:custGeom>
              <a:avLst/>
              <a:gdLst/>
              <a:ahLst/>
              <a:cxnLst/>
              <a:rect r="r" b="b" t="t" l="l"/>
              <a:pathLst>
                <a:path h="168831" w="1267865">
                  <a:moveTo>
                    <a:pt x="82020" y="0"/>
                  </a:moveTo>
                  <a:lnTo>
                    <a:pt x="1185845" y="0"/>
                  </a:lnTo>
                  <a:cubicBezTo>
                    <a:pt x="1207598" y="0"/>
                    <a:pt x="1228460" y="8641"/>
                    <a:pt x="1243842" y="24023"/>
                  </a:cubicBezTo>
                  <a:cubicBezTo>
                    <a:pt x="1259224" y="39405"/>
                    <a:pt x="1267865" y="60267"/>
                    <a:pt x="1267865" y="82020"/>
                  </a:cubicBezTo>
                  <a:lnTo>
                    <a:pt x="1267865" y="86812"/>
                  </a:lnTo>
                  <a:cubicBezTo>
                    <a:pt x="1267865" y="108565"/>
                    <a:pt x="1259224" y="129427"/>
                    <a:pt x="1243842" y="144808"/>
                  </a:cubicBezTo>
                  <a:cubicBezTo>
                    <a:pt x="1228460" y="160190"/>
                    <a:pt x="1207598" y="168831"/>
                    <a:pt x="1185845" y="168831"/>
                  </a:cubicBezTo>
                  <a:lnTo>
                    <a:pt x="82020" y="168831"/>
                  </a:lnTo>
                  <a:cubicBezTo>
                    <a:pt x="60267" y="168831"/>
                    <a:pt x="39405" y="160190"/>
                    <a:pt x="24023" y="144808"/>
                  </a:cubicBezTo>
                  <a:cubicBezTo>
                    <a:pt x="8641" y="129427"/>
                    <a:pt x="0" y="108565"/>
                    <a:pt x="0" y="86812"/>
                  </a:cubicBezTo>
                  <a:lnTo>
                    <a:pt x="0" y="82020"/>
                  </a:lnTo>
                  <a:cubicBezTo>
                    <a:pt x="0" y="60267"/>
                    <a:pt x="8641" y="39405"/>
                    <a:pt x="24023" y="24023"/>
                  </a:cubicBezTo>
                  <a:cubicBezTo>
                    <a:pt x="39405" y="8641"/>
                    <a:pt x="60267" y="0"/>
                    <a:pt x="82020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67865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 spc="109">
                  <a:solidFill>
                    <a:srgbClr val="F7FBFF"/>
                  </a:solidFill>
                  <a:latin typeface="Poppins"/>
                  <a:ea typeface="Poppins"/>
                  <a:cs typeface="Poppins"/>
                  <a:sym typeface="Poppins"/>
                </a:rPr>
                <a:t>Gaussian Denoising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024437" y="4443297"/>
            <a:ext cx="5883106" cy="3007227"/>
            <a:chOff x="0" y="0"/>
            <a:chExt cx="1549460" cy="7920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49460" cy="792027"/>
            </a:xfrm>
            <a:custGeom>
              <a:avLst/>
              <a:gdLst/>
              <a:ahLst/>
              <a:cxnLst/>
              <a:rect r="r" b="b" t="t" l="l"/>
              <a:pathLst>
                <a:path h="792027" w="1549460">
                  <a:moveTo>
                    <a:pt x="40795" y="0"/>
                  </a:moveTo>
                  <a:lnTo>
                    <a:pt x="1508665" y="0"/>
                  </a:lnTo>
                  <a:cubicBezTo>
                    <a:pt x="1531196" y="0"/>
                    <a:pt x="1549460" y="18264"/>
                    <a:pt x="1549460" y="40795"/>
                  </a:cubicBezTo>
                  <a:lnTo>
                    <a:pt x="1549460" y="751232"/>
                  </a:lnTo>
                  <a:cubicBezTo>
                    <a:pt x="1549460" y="762051"/>
                    <a:pt x="1545162" y="772428"/>
                    <a:pt x="1537512" y="780078"/>
                  </a:cubicBezTo>
                  <a:cubicBezTo>
                    <a:pt x="1529861" y="787729"/>
                    <a:pt x="1519485" y="792027"/>
                    <a:pt x="1508665" y="792027"/>
                  </a:cubicBezTo>
                  <a:lnTo>
                    <a:pt x="40795" y="792027"/>
                  </a:lnTo>
                  <a:cubicBezTo>
                    <a:pt x="29975" y="792027"/>
                    <a:pt x="19599" y="787729"/>
                    <a:pt x="11948" y="780078"/>
                  </a:cubicBezTo>
                  <a:cubicBezTo>
                    <a:pt x="4298" y="772428"/>
                    <a:pt x="0" y="762051"/>
                    <a:pt x="0" y="751232"/>
                  </a:cubicBezTo>
                  <a:lnTo>
                    <a:pt x="0" y="40795"/>
                  </a:lnTo>
                  <a:cubicBezTo>
                    <a:pt x="0" y="29975"/>
                    <a:pt x="4298" y="19599"/>
                    <a:pt x="11948" y="11948"/>
                  </a:cubicBezTo>
                  <a:cubicBezTo>
                    <a:pt x="19599" y="4298"/>
                    <a:pt x="29975" y="0"/>
                    <a:pt x="40795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549460" cy="858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05486" y="4608922"/>
            <a:ext cx="4813925" cy="641032"/>
            <a:chOff x="0" y="0"/>
            <a:chExt cx="1267865" cy="1688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7865" cy="168831"/>
            </a:xfrm>
            <a:custGeom>
              <a:avLst/>
              <a:gdLst/>
              <a:ahLst/>
              <a:cxnLst/>
              <a:rect r="r" b="b" t="t" l="l"/>
              <a:pathLst>
                <a:path h="168831" w="1267865">
                  <a:moveTo>
                    <a:pt x="82020" y="0"/>
                  </a:moveTo>
                  <a:lnTo>
                    <a:pt x="1185845" y="0"/>
                  </a:lnTo>
                  <a:cubicBezTo>
                    <a:pt x="1207598" y="0"/>
                    <a:pt x="1228460" y="8641"/>
                    <a:pt x="1243842" y="24023"/>
                  </a:cubicBezTo>
                  <a:cubicBezTo>
                    <a:pt x="1259224" y="39405"/>
                    <a:pt x="1267865" y="60267"/>
                    <a:pt x="1267865" y="82020"/>
                  </a:cubicBezTo>
                  <a:lnTo>
                    <a:pt x="1267865" y="86812"/>
                  </a:lnTo>
                  <a:cubicBezTo>
                    <a:pt x="1267865" y="108565"/>
                    <a:pt x="1259224" y="129427"/>
                    <a:pt x="1243842" y="144808"/>
                  </a:cubicBezTo>
                  <a:cubicBezTo>
                    <a:pt x="1228460" y="160190"/>
                    <a:pt x="1207598" y="168831"/>
                    <a:pt x="1185845" y="168831"/>
                  </a:cubicBezTo>
                  <a:lnTo>
                    <a:pt x="82020" y="168831"/>
                  </a:lnTo>
                  <a:cubicBezTo>
                    <a:pt x="60267" y="168831"/>
                    <a:pt x="39405" y="160190"/>
                    <a:pt x="24023" y="144808"/>
                  </a:cubicBezTo>
                  <a:cubicBezTo>
                    <a:pt x="8641" y="129427"/>
                    <a:pt x="0" y="108565"/>
                    <a:pt x="0" y="86812"/>
                  </a:cubicBezTo>
                  <a:lnTo>
                    <a:pt x="0" y="82020"/>
                  </a:lnTo>
                  <a:cubicBezTo>
                    <a:pt x="0" y="60267"/>
                    <a:pt x="8641" y="39405"/>
                    <a:pt x="24023" y="24023"/>
                  </a:cubicBezTo>
                  <a:cubicBezTo>
                    <a:pt x="39405" y="8641"/>
                    <a:pt x="60267" y="0"/>
                    <a:pt x="82020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267865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 spc="109">
                  <a:solidFill>
                    <a:srgbClr val="F7FBFF"/>
                  </a:solidFill>
                  <a:latin typeface="Poppins"/>
                  <a:ea typeface="Poppins"/>
                  <a:cs typeface="Poppins"/>
                  <a:sym typeface="Poppins"/>
                </a:rPr>
                <a:t>Formula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617572" y="3500830"/>
            <a:ext cx="5060628" cy="4602516"/>
            <a:chOff x="0" y="0"/>
            <a:chExt cx="1332840" cy="12121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2840" cy="1212185"/>
            </a:xfrm>
            <a:custGeom>
              <a:avLst/>
              <a:gdLst/>
              <a:ahLst/>
              <a:cxnLst/>
              <a:rect r="r" b="b" t="t" l="l"/>
              <a:pathLst>
                <a:path h="1212185" w="1332840">
                  <a:moveTo>
                    <a:pt x="47425" y="0"/>
                  </a:moveTo>
                  <a:lnTo>
                    <a:pt x="1285416" y="0"/>
                  </a:lnTo>
                  <a:cubicBezTo>
                    <a:pt x="1311608" y="0"/>
                    <a:pt x="1332840" y="21233"/>
                    <a:pt x="1332840" y="47425"/>
                  </a:cubicBezTo>
                  <a:lnTo>
                    <a:pt x="1332840" y="1164760"/>
                  </a:lnTo>
                  <a:cubicBezTo>
                    <a:pt x="1332840" y="1190952"/>
                    <a:pt x="1311608" y="1212185"/>
                    <a:pt x="1285416" y="1212185"/>
                  </a:cubicBezTo>
                  <a:lnTo>
                    <a:pt x="47425" y="1212185"/>
                  </a:lnTo>
                  <a:cubicBezTo>
                    <a:pt x="21233" y="1212185"/>
                    <a:pt x="0" y="1190952"/>
                    <a:pt x="0" y="1164760"/>
                  </a:cubicBezTo>
                  <a:lnTo>
                    <a:pt x="0" y="47425"/>
                  </a:lnTo>
                  <a:cubicBezTo>
                    <a:pt x="0" y="21233"/>
                    <a:pt x="21233" y="0"/>
                    <a:pt x="47425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332840" cy="1278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740924" y="3684995"/>
            <a:ext cx="4813925" cy="641032"/>
            <a:chOff x="0" y="0"/>
            <a:chExt cx="1267865" cy="1688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7865" cy="168831"/>
            </a:xfrm>
            <a:custGeom>
              <a:avLst/>
              <a:gdLst/>
              <a:ahLst/>
              <a:cxnLst/>
              <a:rect r="r" b="b" t="t" l="l"/>
              <a:pathLst>
                <a:path h="168831" w="1267865">
                  <a:moveTo>
                    <a:pt x="82020" y="0"/>
                  </a:moveTo>
                  <a:lnTo>
                    <a:pt x="1185845" y="0"/>
                  </a:lnTo>
                  <a:cubicBezTo>
                    <a:pt x="1207598" y="0"/>
                    <a:pt x="1228460" y="8641"/>
                    <a:pt x="1243842" y="24023"/>
                  </a:cubicBezTo>
                  <a:cubicBezTo>
                    <a:pt x="1259224" y="39405"/>
                    <a:pt x="1267865" y="60267"/>
                    <a:pt x="1267865" y="82020"/>
                  </a:cubicBezTo>
                  <a:lnTo>
                    <a:pt x="1267865" y="86812"/>
                  </a:lnTo>
                  <a:cubicBezTo>
                    <a:pt x="1267865" y="108565"/>
                    <a:pt x="1259224" y="129427"/>
                    <a:pt x="1243842" y="144808"/>
                  </a:cubicBezTo>
                  <a:cubicBezTo>
                    <a:pt x="1228460" y="160190"/>
                    <a:pt x="1207598" y="168831"/>
                    <a:pt x="1185845" y="168831"/>
                  </a:cubicBezTo>
                  <a:lnTo>
                    <a:pt x="82020" y="168831"/>
                  </a:lnTo>
                  <a:cubicBezTo>
                    <a:pt x="60267" y="168831"/>
                    <a:pt x="39405" y="160190"/>
                    <a:pt x="24023" y="144808"/>
                  </a:cubicBezTo>
                  <a:cubicBezTo>
                    <a:pt x="8641" y="129427"/>
                    <a:pt x="0" y="108565"/>
                    <a:pt x="0" y="86812"/>
                  </a:cubicBezTo>
                  <a:lnTo>
                    <a:pt x="0" y="82020"/>
                  </a:lnTo>
                  <a:cubicBezTo>
                    <a:pt x="0" y="60267"/>
                    <a:pt x="8641" y="39405"/>
                    <a:pt x="24023" y="24023"/>
                  </a:cubicBezTo>
                  <a:cubicBezTo>
                    <a:pt x="39405" y="8641"/>
                    <a:pt x="60267" y="0"/>
                    <a:pt x="82020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267865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 spc="109">
                  <a:solidFill>
                    <a:srgbClr val="F7FBFF"/>
                  </a:solidFill>
                  <a:latin typeface="Poppins"/>
                  <a:ea typeface="Poppins"/>
                  <a:cs typeface="Poppins"/>
                  <a:sym typeface="Poppins"/>
                </a:rPr>
                <a:t>Optimisasi Matematika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123259" y="358545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1" y="0"/>
                </a:lnTo>
                <a:lnTo>
                  <a:pt x="2170561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361" r="0" b="-1736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478867" y="313582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0"/>
                </a:lnTo>
                <a:lnTo>
                  <a:pt x="0" y="10936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766694" y="5535704"/>
            <a:ext cx="4491508" cy="799103"/>
          </a:xfrm>
          <a:custGeom>
            <a:avLst/>
            <a:gdLst/>
            <a:ahLst/>
            <a:cxnLst/>
            <a:rect r="r" b="b" t="t" l="l"/>
            <a:pathLst>
              <a:path h="799103" w="4491508">
                <a:moveTo>
                  <a:pt x="0" y="0"/>
                </a:moveTo>
                <a:lnTo>
                  <a:pt x="4491508" y="0"/>
                </a:lnTo>
                <a:lnTo>
                  <a:pt x="4491508" y="799103"/>
                </a:lnTo>
                <a:lnTo>
                  <a:pt x="0" y="7991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272907" y="6620714"/>
            <a:ext cx="5465345" cy="612819"/>
          </a:xfrm>
          <a:custGeom>
            <a:avLst/>
            <a:gdLst/>
            <a:ahLst/>
            <a:cxnLst/>
            <a:rect r="r" b="b" t="t" l="l"/>
            <a:pathLst>
              <a:path h="612819" w="5465345">
                <a:moveTo>
                  <a:pt x="0" y="0"/>
                </a:moveTo>
                <a:lnTo>
                  <a:pt x="5465345" y="0"/>
                </a:lnTo>
                <a:lnTo>
                  <a:pt x="5465345" y="612819"/>
                </a:lnTo>
                <a:lnTo>
                  <a:pt x="0" y="6128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72612" y="7838599"/>
            <a:ext cx="5307689" cy="2125346"/>
            <a:chOff x="0" y="0"/>
            <a:chExt cx="1397910" cy="5597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7910" cy="559762"/>
            </a:xfrm>
            <a:custGeom>
              <a:avLst/>
              <a:gdLst/>
              <a:ahLst/>
              <a:cxnLst/>
              <a:rect r="r" b="b" t="t" l="l"/>
              <a:pathLst>
                <a:path h="559762" w="1397910">
                  <a:moveTo>
                    <a:pt x="45217" y="0"/>
                  </a:moveTo>
                  <a:lnTo>
                    <a:pt x="1352693" y="0"/>
                  </a:lnTo>
                  <a:cubicBezTo>
                    <a:pt x="1377665" y="0"/>
                    <a:pt x="1397910" y="20244"/>
                    <a:pt x="1397910" y="45217"/>
                  </a:cubicBezTo>
                  <a:lnTo>
                    <a:pt x="1397910" y="514545"/>
                  </a:lnTo>
                  <a:cubicBezTo>
                    <a:pt x="1397910" y="539517"/>
                    <a:pt x="1377665" y="559762"/>
                    <a:pt x="1352693" y="559762"/>
                  </a:cubicBezTo>
                  <a:lnTo>
                    <a:pt x="45217" y="559762"/>
                  </a:lnTo>
                  <a:cubicBezTo>
                    <a:pt x="20244" y="559762"/>
                    <a:pt x="0" y="539517"/>
                    <a:pt x="0" y="514545"/>
                  </a:cubicBezTo>
                  <a:lnTo>
                    <a:pt x="0" y="45217"/>
                  </a:lnTo>
                  <a:cubicBezTo>
                    <a:pt x="0" y="20244"/>
                    <a:pt x="20244" y="0"/>
                    <a:pt x="45217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397910" cy="626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95964" y="8022764"/>
            <a:ext cx="4813925" cy="641032"/>
            <a:chOff x="0" y="0"/>
            <a:chExt cx="1267865" cy="1688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67865" cy="168831"/>
            </a:xfrm>
            <a:custGeom>
              <a:avLst/>
              <a:gdLst/>
              <a:ahLst/>
              <a:cxnLst/>
              <a:rect r="r" b="b" t="t" l="l"/>
              <a:pathLst>
                <a:path h="168831" w="1267865">
                  <a:moveTo>
                    <a:pt x="82020" y="0"/>
                  </a:moveTo>
                  <a:lnTo>
                    <a:pt x="1185845" y="0"/>
                  </a:lnTo>
                  <a:cubicBezTo>
                    <a:pt x="1207598" y="0"/>
                    <a:pt x="1228460" y="8641"/>
                    <a:pt x="1243842" y="24023"/>
                  </a:cubicBezTo>
                  <a:cubicBezTo>
                    <a:pt x="1259224" y="39405"/>
                    <a:pt x="1267865" y="60267"/>
                    <a:pt x="1267865" y="82020"/>
                  </a:cubicBezTo>
                  <a:lnTo>
                    <a:pt x="1267865" y="86812"/>
                  </a:lnTo>
                  <a:cubicBezTo>
                    <a:pt x="1267865" y="108565"/>
                    <a:pt x="1259224" y="129427"/>
                    <a:pt x="1243842" y="144808"/>
                  </a:cubicBezTo>
                  <a:cubicBezTo>
                    <a:pt x="1228460" y="160190"/>
                    <a:pt x="1207598" y="168831"/>
                    <a:pt x="1185845" y="168831"/>
                  </a:cubicBezTo>
                  <a:lnTo>
                    <a:pt x="82020" y="168831"/>
                  </a:lnTo>
                  <a:cubicBezTo>
                    <a:pt x="60267" y="168831"/>
                    <a:pt x="39405" y="160190"/>
                    <a:pt x="24023" y="144808"/>
                  </a:cubicBezTo>
                  <a:cubicBezTo>
                    <a:pt x="8641" y="129427"/>
                    <a:pt x="0" y="108565"/>
                    <a:pt x="0" y="86812"/>
                  </a:cubicBezTo>
                  <a:lnTo>
                    <a:pt x="0" y="82020"/>
                  </a:lnTo>
                  <a:cubicBezTo>
                    <a:pt x="0" y="60267"/>
                    <a:pt x="8641" y="39405"/>
                    <a:pt x="24023" y="24023"/>
                  </a:cubicBezTo>
                  <a:cubicBezTo>
                    <a:pt x="39405" y="8641"/>
                    <a:pt x="60267" y="0"/>
                    <a:pt x="82020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267865" cy="22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 spc="109">
                  <a:solidFill>
                    <a:srgbClr val="F7FBFF"/>
                  </a:solidFill>
                  <a:latin typeface="Poppins"/>
                  <a:ea typeface="Poppins"/>
                  <a:cs typeface="Poppins"/>
                  <a:sym typeface="Poppins"/>
                </a:rPr>
                <a:t>Morfologi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5914004" y="6335597"/>
            <a:ext cx="4467765" cy="805145"/>
          </a:xfrm>
          <a:custGeom>
            <a:avLst/>
            <a:gdLst/>
            <a:ahLst/>
            <a:cxnLst/>
            <a:rect r="r" b="b" t="t" l="l"/>
            <a:pathLst>
              <a:path h="805145" w="4467765">
                <a:moveTo>
                  <a:pt x="0" y="0"/>
                </a:moveTo>
                <a:lnTo>
                  <a:pt x="4467765" y="0"/>
                </a:lnTo>
                <a:lnTo>
                  <a:pt x="4467765" y="805145"/>
                </a:lnTo>
                <a:lnTo>
                  <a:pt x="0" y="8051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914004" y="7318834"/>
            <a:ext cx="4467765" cy="519765"/>
          </a:xfrm>
          <a:custGeom>
            <a:avLst/>
            <a:gdLst/>
            <a:ahLst/>
            <a:cxnLst/>
            <a:rect r="r" b="b" t="t" l="l"/>
            <a:pathLst>
              <a:path h="519765" w="4467765">
                <a:moveTo>
                  <a:pt x="0" y="0"/>
                </a:moveTo>
                <a:lnTo>
                  <a:pt x="4467765" y="0"/>
                </a:lnTo>
                <a:lnTo>
                  <a:pt x="4467765" y="519765"/>
                </a:lnTo>
                <a:lnTo>
                  <a:pt x="0" y="5197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740924" y="8570071"/>
            <a:ext cx="10395798" cy="976401"/>
          </a:xfrm>
          <a:custGeom>
            <a:avLst/>
            <a:gdLst/>
            <a:ahLst/>
            <a:cxnLst/>
            <a:rect r="r" b="b" t="t" l="l"/>
            <a:pathLst>
              <a:path h="976401" w="10395798">
                <a:moveTo>
                  <a:pt x="0" y="0"/>
                </a:moveTo>
                <a:lnTo>
                  <a:pt x="10395798" y="0"/>
                </a:lnTo>
                <a:lnTo>
                  <a:pt x="10395798" y="976401"/>
                </a:lnTo>
                <a:lnTo>
                  <a:pt x="0" y="9764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4758131" y="1745058"/>
            <a:ext cx="12149412" cy="14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49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RESTORATION DAN MORPHOLOGICAL PREPROCESS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1231" y="5365343"/>
            <a:ext cx="445612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 </a:t>
            </a: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manual_gaussian_filter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14004" y="4376622"/>
            <a:ext cx="4456128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 Gau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2D dapat dipisahkan. Alih-alih konvolusi N×N ya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filter ini dieksekusi sebagai dua konvolusi 1D (Horizontal → Vertikal).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-2163659" y="-573442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76575" y="8759046"/>
            <a:ext cx="500543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Menerapkan Structural Closing (disk=1) untuk mengisi lubang gelap kecil.</a:t>
            </a:r>
          </a:p>
        </p:txBody>
      </p:sp>
    </p:spTree>
  </p:cSld>
  <p:clrMapOvr>
    <a:masterClrMapping/>
  </p:clrMapOvr>
  <p:transition spd="fast">
    <p:cover dir="r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86204" y="6250419"/>
            <a:ext cx="11514218" cy="8506128"/>
          </a:xfrm>
          <a:custGeom>
            <a:avLst/>
            <a:gdLst/>
            <a:ahLst/>
            <a:cxnLst/>
            <a:rect r="r" b="b" t="t" l="l"/>
            <a:pathLst>
              <a:path h="8506128" w="1151421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392510"/>
            <a:ext cx="1437565" cy="11072020"/>
            <a:chOff x="0" y="0"/>
            <a:chExt cx="378618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3011403"/>
            <a:ext cx="17022999" cy="8294378"/>
            <a:chOff x="0" y="0"/>
            <a:chExt cx="4483424" cy="2184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3424" cy="2184528"/>
            </a:xfrm>
            <a:custGeom>
              <a:avLst/>
              <a:gdLst/>
              <a:ahLst/>
              <a:cxnLst/>
              <a:rect r="r" b="b" t="t" l="l"/>
              <a:pathLst>
                <a:path h="2184528" w="4483424">
                  <a:moveTo>
                    <a:pt x="10005" y="0"/>
                  </a:moveTo>
                  <a:lnTo>
                    <a:pt x="4473418" y="0"/>
                  </a:lnTo>
                  <a:cubicBezTo>
                    <a:pt x="4476072" y="0"/>
                    <a:pt x="4478617" y="1054"/>
                    <a:pt x="4480493" y="2931"/>
                  </a:cubicBezTo>
                  <a:cubicBezTo>
                    <a:pt x="4482369" y="4807"/>
                    <a:pt x="4483424" y="7352"/>
                    <a:pt x="4483424" y="10005"/>
                  </a:cubicBezTo>
                  <a:lnTo>
                    <a:pt x="4483424" y="2174522"/>
                  </a:lnTo>
                  <a:cubicBezTo>
                    <a:pt x="4483424" y="2180048"/>
                    <a:pt x="4478944" y="2184528"/>
                    <a:pt x="4473418" y="2184528"/>
                  </a:cubicBezTo>
                  <a:lnTo>
                    <a:pt x="10005" y="2184528"/>
                  </a:lnTo>
                  <a:cubicBezTo>
                    <a:pt x="7352" y="2184528"/>
                    <a:pt x="4807" y="2183473"/>
                    <a:pt x="2931" y="2181597"/>
                  </a:cubicBezTo>
                  <a:cubicBezTo>
                    <a:pt x="1054" y="2179721"/>
                    <a:pt x="0" y="2177176"/>
                    <a:pt x="0" y="2174522"/>
                  </a:cubicBezTo>
                  <a:lnTo>
                    <a:pt x="0" y="10005"/>
                  </a:lnTo>
                  <a:cubicBezTo>
                    <a:pt x="0" y="7352"/>
                    <a:pt x="1054" y="4807"/>
                    <a:pt x="2931" y="2931"/>
                  </a:cubicBezTo>
                  <a:cubicBezTo>
                    <a:pt x="4807" y="1054"/>
                    <a:pt x="7352" y="0"/>
                    <a:pt x="10005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483424" cy="2251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81821" y="2222098"/>
            <a:ext cx="10077479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49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EDGE DETECTION KERNELS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729" y="3481425"/>
            <a:ext cx="405903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7FBFF"/>
                </a:solidFill>
                <a:latin typeface="Poppins Bold"/>
                <a:ea typeface="Poppins Bold"/>
                <a:cs typeface="Poppins Bold"/>
                <a:sym typeface="Poppins Bold"/>
              </a:rPr>
              <a:t>Roberts (2x2)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865887" y="3312983"/>
            <a:ext cx="117658" cy="2477609"/>
            <a:chOff x="0" y="0"/>
            <a:chExt cx="30988" cy="6525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988" cy="652539"/>
            </a:xfrm>
            <a:custGeom>
              <a:avLst/>
              <a:gdLst/>
              <a:ahLst/>
              <a:cxnLst/>
              <a:rect r="r" b="b" t="t" l="l"/>
              <a:pathLst>
                <a:path h="652539" w="30988">
                  <a:moveTo>
                    <a:pt x="15494" y="0"/>
                  </a:moveTo>
                  <a:lnTo>
                    <a:pt x="15494" y="0"/>
                  </a:lnTo>
                  <a:cubicBezTo>
                    <a:pt x="19603" y="0"/>
                    <a:pt x="23544" y="1632"/>
                    <a:pt x="26450" y="4538"/>
                  </a:cubicBezTo>
                  <a:cubicBezTo>
                    <a:pt x="29356" y="7444"/>
                    <a:pt x="30988" y="11385"/>
                    <a:pt x="30988" y="15494"/>
                  </a:cubicBezTo>
                  <a:lnTo>
                    <a:pt x="30988" y="637045"/>
                  </a:lnTo>
                  <a:cubicBezTo>
                    <a:pt x="30988" y="641154"/>
                    <a:pt x="29356" y="645095"/>
                    <a:pt x="26450" y="648001"/>
                  </a:cubicBezTo>
                  <a:cubicBezTo>
                    <a:pt x="23544" y="650907"/>
                    <a:pt x="19603" y="652539"/>
                    <a:pt x="15494" y="652539"/>
                  </a:cubicBezTo>
                  <a:lnTo>
                    <a:pt x="15494" y="652539"/>
                  </a:lnTo>
                  <a:cubicBezTo>
                    <a:pt x="11385" y="652539"/>
                    <a:pt x="7444" y="650907"/>
                    <a:pt x="4538" y="648001"/>
                  </a:cubicBezTo>
                  <a:cubicBezTo>
                    <a:pt x="1632" y="645095"/>
                    <a:pt x="0" y="641154"/>
                    <a:pt x="0" y="637045"/>
                  </a:cubicBezTo>
                  <a:lnTo>
                    <a:pt x="0" y="15494"/>
                  </a:lnTo>
                  <a:cubicBezTo>
                    <a:pt x="0" y="11385"/>
                    <a:pt x="1632" y="7444"/>
                    <a:pt x="4538" y="4538"/>
                  </a:cubicBezTo>
                  <a:cubicBezTo>
                    <a:pt x="7444" y="1632"/>
                    <a:pt x="11385" y="0"/>
                    <a:pt x="154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0988" cy="719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839" y="3312983"/>
            <a:ext cx="122173" cy="2434590"/>
            <a:chOff x="0" y="0"/>
            <a:chExt cx="32177" cy="6412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77" cy="641209"/>
            </a:xfrm>
            <a:custGeom>
              <a:avLst/>
              <a:gdLst/>
              <a:ahLst/>
              <a:cxnLst/>
              <a:rect r="r" b="b" t="t" l="l"/>
              <a:pathLst>
                <a:path h="641209" w="32177">
                  <a:moveTo>
                    <a:pt x="16089" y="0"/>
                  </a:moveTo>
                  <a:lnTo>
                    <a:pt x="16089" y="0"/>
                  </a:lnTo>
                  <a:cubicBezTo>
                    <a:pt x="24974" y="0"/>
                    <a:pt x="32177" y="7203"/>
                    <a:pt x="32177" y="16089"/>
                  </a:cubicBezTo>
                  <a:lnTo>
                    <a:pt x="32177" y="625120"/>
                  </a:lnTo>
                  <a:cubicBezTo>
                    <a:pt x="32177" y="634006"/>
                    <a:pt x="24974" y="641209"/>
                    <a:pt x="16089" y="641209"/>
                  </a:cubicBezTo>
                  <a:lnTo>
                    <a:pt x="16089" y="641209"/>
                  </a:lnTo>
                  <a:cubicBezTo>
                    <a:pt x="7203" y="641209"/>
                    <a:pt x="0" y="634006"/>
                    <a:pt x="0" y="625120"/>
                  </a:cubicBezTo>
                  <a:lnTo>
                    <a:pt x="0" y="16089"/>
                  </a:lnTo>
                  <a:cubicBezTo>
                    <a:pt x="0" y="7203"/>
                    <a:pt x="7203" y="0"/>
                    <a:pt x="1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2177" cy="70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075169" y="3481425"/>
            <a:ext cx="3265369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7FBFF"/>
                </a:solidFill>
                <a:latin typeface="Poppins Bold"/>
                <a:ea typeface="Poppins Bold"/>
                <a:cs typeface="Poppins Bold"/>
                <a:sym typeface="Poppins Bold"/>
              </a:rPr>
              <a:t>Prewitt (3x3)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123259" y="358545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1" y="0"/>
                </a:lnTo>
                <a:lnTo>
                  <a:pt x="2170561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361" r="0" b="-17361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478867" y="358545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225008">
            <a:off x="-2587244" y="-2478822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04548" y="6124049"/>
            <a:ext cx="10844498" cy="3510906"/>
          </a:xfrm>
          <a:custGeom>
            <a:avLst/>
            <a:gdLst/>
            <a:ahLst/>
            <a:cxnLst/>
            <a:rect r="r" b="b" t="t" l="l"/>
            <a:pathLst>
              <a:path h="3510906" w="10844498">
                <a:moveTo>
                  <a:pt x="0" y="0"/>
                </a:moveTo>
                <a:lnTo>
                  <a:pt x="10844498" y="0"/>
                </a:lnTo>
                <a:lnTo>
                  <a:pt x="10844498" y="3510906"/>
                </a:lnTo>
                <a:lnTo>
                  <a:pt x="0" y="351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9525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1401446" y="7003675"/>
            <a:ext cx="5461837" cy="1699986"/>
          </a:xfrm>
          <a:custGeom>
            <a:avLst/>
            <a:gdLst/>
            <a:ahLst/>
            <a:cxnLst/>
            <a:rect r="r" b="b" t="t" l="l"/>
            <a:pathLst>
              <a:path h="1699986" w="5461837">
                <a:moveTo>
                  <a:pt x="0" y="0"/>
                </a:moveTo>
                <a:lnTo>
                  <a:pt x="5461838" y="0"/>
                </a:lnTo>
                <a:lnTo>
                  <a:pt x="5461838" y="1699986"/>
                </a:lnTo>
                <a:lnTo>
                  <a:pt x="0" y="16999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9525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-1811582" y="-2435217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1525" y="4345025"/>
            <a:ext cx="3039439" cy="99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7"/>
              </a:lnSpc>
            </a:pP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Menggunakan perbedaan diagonal. Sangat cepat, t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eta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 sa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ng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at sensitif terhadap gangg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ua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04356" y="3481425"/>
            <a:ext cx="271421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7FBFF"/>
                </a:solidFill>
                <a:latin typeface="Poppins Bold"/>
                <a:ea typeface="Poppins Bold"/>
                <a:cs typeface="Poppins Bold"/>
                <a:sym typeface="Poppins Bold"/>
              </a:rPr>
              <a:t>Sobel (3x3)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56144" y="4320953"/>
            <a:ext cx="2925676" cy="74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7"/>
              </a:lnSpc>
            </a:pP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Menggunakan bobot seragam (±1). B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aik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 u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tuk ekstraksi tepi 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umum.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99606" y="4292696"/>
            <a:ext cx="2618966" cy="99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7"/>
              </a:lnSpc>
            </a:pP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Berbobot tengah (±1,±2). Memberikan perata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an noise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 ya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ng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 lebih baik daripada Prewitt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694797" y="3356002"/>
            <a:ext cx="122173" cy="2434590"/>
            <a:chOff x="0" y="0"/>
            <a:chExt cx="32177" cy="6412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177" cy="641209"/>
            </a:xfrm>
            <a:custGeom>
              <a:avLst/>
              <a:gdLst/>
              <a:ahLst/>
              <a:cxnLst/>
              <a:rect r="r" b="b" t="t" l="l"/>
              <a:pathLst>
                <a:path h="641209" w="32177">
                  <a:moveTo>
                    <a:pt x="16089" y="0"/>
                  </a:moveTo>
                  <a:lnTo>
                    <a:pt x="16089" y="0"/>
                  </a:lnTo>
                  <a:cubicBezTo>
                    <a:pt x="24974" y="0"/>
                    <a:pt x="32177" y="7203"/>
                    <a:pt x="32177" y="16089"/>
                  </a:cubicBezTo>
                  <a:lnTo>
                    <a:pt x="32177" y="625120"/>
                  </a:lnTo>
                  <a:cubicBezTo>
                    <a:pt x="32177" y="634006"/>
                    <a:pt x="24974" y="641209"/>
                    <a:pt x="16089" y="641209"/>
                  </a:cubicBezTo>
                  <a:lnTo>
                    <a:pt x="16089" y="641209"/>
                  </a:lnTo>
                  <a:cubicBezTo>
                    <a:pt x="7203" y="641209"/>
                    <a:pt x="0" y="634006"/>
                    <a:pt x="0" y="625120"/>
                  </a:cubicBezTo>
                  <a:lnTo>
                    <a:pt x="0" y="16089"/>
                  </a:lnTo>
                  <a:cubicBezTo>
                    <a:pt x="0" y="7203"/>
                    <a:pt x="7203" y="0"/>
                    <a:pt x="1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32177" cy="70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931645" y="3356002"/>
            <a:ext cx="122173" cy="2434590"/>
            <a:chOff x="0" y="0"/>
            <a:chExt cx="32177" cy="6412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177" cy="641209"/>
            </a:xfrm>
            <a:custGeom>
              <a:avLst/>
              <a:gdLst/>
              <a:ahLst/>
              <a:cxnLst/>
              <a:rect r="r" b="b" t="t" l="l"/>
              <a:pathLst>
                <a:path h="641209" w="32177">
                  <a:moveTo>
                    <a:pt x="16089" y="0"/>
                  </a:moveTo>
                  <a:lnTo>
                    <a:pt x="16089" y="0"/>
                  </a:lnTo>
                  <a:cubicBezTo>
                    <a:pt x="24974" y="0"/>
                    <a:pt x="32177" y="7203"/>
                    <a:pt x="32177" y="16089"/>
                  </a:cubicBezTo>
                  <a:lnTo>
                    <a:pt x="32177" y="625120"/>
                  </a:lnTo>
                  <a:cubicBezTo>
                    <a:pt x="32177" y="634006"/>
                    <a:pt x="24974" y="641209"/>
                    <a:pt x="16089" y="641209"/>
                  </a:cubicBezTo>
                  <a:lnTo>
                    <a:pt x="16089" y="641209"/>
                  </a:lnTo>
                  <a:cubicBezTo>
                    <a:pt x="7203" y="641209"/>
                    <a:pt x="0" y="634006"/>
                    <a:pt x="0" y="625120"/>
                  </a:cubicBezTo>
                  <a:lnTo>
                    <a:pt x="0" y="16089"/>
                  </a:lnTo>
                  <a:cubicBezTo>
                    <a:pt x="0" y="7203"/>
                    <a:pt x="7203" y="0"/>
                    <a:pt x="1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32177" cy="70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986204" y="2996412"/>
            <a:ext cx="2714216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7FBFF"/>
                </a:solidFill>
                <a:latin typeface="Poppins Bold"/>
                <a:ea typeface="Poppins Bold"/>
                <a:cs typeface="Poppins Bold"/>
                <a:sym typeface="Poppins Bold"/>
              </a:rPr>
              <a:t>Extended Sobel (5x5)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17199" y="4292696"/>
            <a:ext cx="2618966" cy="148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7"/>
              </a:lnSpc>
            </a:pP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Matriks yang diperluas dengan bobot hingga ±12. Sangat baik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 untuk tepi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 ya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ng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 lebih tebal dan lingkungan dengan tingkat kebisingan tinggi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208539" y="4264869"/>
            <a:ext cx="2618966" cy="148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7"/>
              </a:lnSpc>
            </a:pP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Detektor tepi non-linier yang menggunakan 8 templat terpisah untuk arah mata 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angin (U, Timur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 Laut, Timur, Te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nggara,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 Selatan, Barat Daya, Barat, Barat Laut)</a:t>
            </a:r>
            <a:r>
              <a:rPr lang="en-US" sz="1390">
                <a:solidFill>
                  <a:srgbClr val="F7FB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49068" y="3481425"/>
            <a:ext cx="271421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7FBFF"/>
                </a:solidFill>
                <a:latin typeface="Poppins Bold"/>
                <a:ea typeface="Poppins Bold"/>
                <a:cs typeface="Poppins Bold"/>
                <a:sym typeface="Poppins Bold"/>
              </a:rPr>
              <a:t>Kirsch(3x3)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11356262" y="-2271373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86204" y="6250419"/>
            <a:ext cx="11514218" cy="8506128"/>
          </a:xfrm>
          <a:custGeom>
            <a:avLst/>
            <a:gdLst/>
            <a:ahLst/>
            <a:cxnLst/>
            <a:rect r="r" b="b" t="t" l="l"/>
            <a:pathLst>
              <a:path h="8506128" w="1151421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0205" y="3904789"/>
            <a:ext cx="3449269" cy="1545853"/>
            <a:chOff x="0" y="0"/>
            <a:chExt cx="908449" cy="4071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8449" cy="407138"/>
            </a:xfrm>
            <a:custGeom>
              <a:avLst/>
              <a:gdLst/>
              <a:ahLst/>
              <a:cxnLst/>
              <a:rect r="r" b="b" t="t" l="l"/>
              <a:pathLst>
                <a:path h="407138" w="908449">
                  <a:moveTo>
                    <a:pt x="49379" y="0"/>
                  </a:moveTo>
                  <a:lnTo>
                    <a:pt x="859070" y="0"/>
                  </a:lnTo>
                  <a:cubicBezTo>
                    <a:pt x="886342" y="0"/>
                    <a:pt x="908449" y="22108"/>
                    <a:pt x="908449" y="49379"/>
                  </a:cubicBezTo>
                  <a:lnTo>
                    <a:pt x="908449" y="357759"/>
                  </a:lnTo>
                  <a:cubicBezTo>
                    <a:pt x="908449" y="385030"/>
                    <a:pt x="886342" y="407138"/>
                    <a:pt x="859070" y="407138"/>
                  </a:cubicBezTo>
                  <a:lnTo>
                    <a:pt x="49379" y="407138"/>
                  </a:lnTo>
                  <a:cubicBezTo>
                    <a:pt x="22108" y="407138"/>
                    <a:pt x="0" y="385030"/>
                    <a:pt x="0" y="357759"/>
                  </a:cubicBezTo>
                  <a:lnTo>
                    <a:pt x="0" y="49379"/>
                  </a:lnTo>
                  <a:cubicBezTo>
                    <a:pt x="0" y="22108"/>
                    <a:pt x="22108" y="0"/>
                    <a:pt x="49379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908449" cy="473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0205" y="4622339"/>
            <a:ext cx="7124615" cy="1549016"/>
            <a:chOff x="0" y="0"/>
            <a:chExt cx="1876442" cy="4079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76442" cy="407971"/>
            </a:xfrm>
            <a:custGeom>
              <a:avLst/>
              <a:gdLst/>
              <a:ahLst/>
              <a:cxnLst/>
              <a:rect r="r" b="b" t="t" l="l"/>
              <a:pathLst>
                <a:path h="407971" w="1876442">
                  <a:moveTo>
                    <a:pt x="27166" y="0"/>
                  </a:moveTo>
                  <a:lnTo>
                    <a:pt x="1849276" y="0"/>
                  </a:lnTo>
                  <a:cubicBezTo>
                    <a:pt x="1864279" y="0"/>
                    <a:pt x="1876442" y="12163"/>
                    <a:pt x="1876442" y="27166"/>
                  </a:cubicBezTo>
                  <a:lnTo>
                    <a:pt x="1876442" y="380805"/>
                  </a:lnTo>
                  <a:cubicBezTo>
                    <a:pt x="1876442" y="388010"/>
                    <a:pt x="1873580" y="394920"/>
                    <a:pt x="1868485" y="400015"/>
                  </a:cubicBezTo>
                  <a:cubicBezTo>
                    <a:pt x="1863391" y="405109"/>
                    <a:pt x="1856481" y="407971"/>
                    <a:pt x="1849276" y="407971"/>
                  </a:cubicBezTo>
                  <a:lnTo>
                    <a:pt x="27166" y="407971"/>
                  </a:lnTo>
                  <a:cubicBezTo>
                    <a:pt x="19961" y="407971"/>
                    <a:pt x="13051" y="405109"/>
                    <a:pt x="7957" y="400015"/>
                  </a:cubicBezTo>
                  <a:cubicBezTo>
                    <a:pt x="2862" y="394920"/>
                    <a:pt x="0" y="388010"/>
                    <a:pt x="0" y="380805"/>
                  </a:cubicBezTo>
                  <a:lnTo>
                    <a:pt x="0" y="27166"/>
                  </a:lnTo>
                  <a:cubicBezTo>
                    <a:pt x="0" y="19961"/>
                    <a:pt x="2862" y="13051"/>
                    <a:pt x="7957" y="7957"/>
                  </a:cubicBezTo>
                  <a:cubicBezTo>
                    <a:pt x="13051" y="2862"/>
                    <a:pt x="19961" y="0"/>
                    <a:pt x="27166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876442" cy="474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0205" y="6371381"/>
            <a:ext cx="4656720" cy="1545853"/>
            <a:chOff x="0" y="0"/>
            <a:chExt cx="1226461" cy="4071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6461" cy="407138"/>
            </a:xfrm>
            <a:custGeom>
              <a:avLst/>
              <a:gdLst/>
              <a:ahLst/>
              <a:cxnLst/>
              <a:rect r="r" b="b" t="t" l="l"/>
              <a:pathLst>
                <a:path h="407138" w="1226461">
                  <a:moveTo>
                    <a:pt x="36576" y="0"/>
                  </a:moveTo>
                  <a:lnTo>
                    <a:pt x="1189886" y="0"/>
                  </a:lnTo>
                  <a:cubicBezTo>
                    <a:pt x="1199586" y="0"/>
                    <a:pt x="1208889" y="3853"/>
                    <a:pt x="1215749" y="10713"/>
                  </a:cubicBezTo>
                  <a:cubicBezTo>
                    <a:pt x="1222608" y="17572"/>
                    <a:pt x="1226461" y="26875"/>
                    <a:pt x="1226461" y="36576"/>
                  </a:cubicBezTo>
                  <a:lnTo>
                    <a:pt x="1226461" y="370563"/>
                  </a:lnTo>
                  <a:cubicBezTo>
                    <a:pt x="1226461" y="380263"/>
                    <a:pt x="1222608" y="389566"/>
                    <a:pt x="1215749" y="396426"/>
                  </a:cubicBezTo>
                  <a:cubicBezTo>
                    <a:pt x="1208889" y="403285"/>
                    <a:pt x="1199586" y="407138"/>
                    <a:pt x="1189886" y="407138"/>
                  </a:cubicBezTo>
                  <a:lnTo>
                    <a:pt x="36576" y="407138"/>
                  </a:lnTo>
                  <a:cubicBezTo>
                    <a:pt x="16375" y="407138"/>
                    <a:pt x="0" y="390763"/>
                    <a:pt x="0" y="370563"/>
                  </a:cubicBezTo>
                  <a:lnTo>
                    <a:pt x="0" y="36576"/>
                  </a:lnTo>
                  <a:cubicBezTo>
                    <a:pt x="0" y="26875"/>
                    <a:pt x="3853" y="17572"/>
                    <a:pt x="10713" y="10713"/>
                  </a:cubicBezTo>
                  <a:cubicBezTo>
                    <a:pt x="17572" y="3853"/>
                    <a:pt x="26875" y="0"/>
                    <a:pt x="3657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26461" cy="473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0205" y="7101816"/>
            <a:ext cx="5973316" cy="1930610"/>
            <a:chOff x="0" y="0"/>
            <a:chExt cx="1573219" cy="5084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73219" cy="508473"/>
            </a:xfrm>
            <a:custGeom>
              <a:avLst/>
              <a:gdLst/>
              <a:ahLst/>
              <a:cxnLst/>
              <a:rect r="r" b="b" t="t" l="l"/>
              <a:pathLst>
                <a:path h="508473" w="1573219">
                  <a:moveTo>
                    <a:pt x="32402" y="0"/>
                  </a:moveTo>
                  <a:lnTo>
                    <a:pt x="1540817" y="0"/>
                  </a:lnTo>
                  <a:cubicBezTo>
                    <a:pt x="1558712" y="0"/>
                    <a:pt x="1573219" y="14507"/>
                    <a:pt x="1573219" y="32402"/>
                  </a:cubicBezTo>
                  <a:lnTo>
                    <a:pt x="1573219" y="476071"/>
                  </a:lnTo>
                  <a:cubicBezTo>
                    <a:pt x="1573219" y="493966"/>
                    <a:pt x="1558712" y="508473"/>
                    <a:pt x="1540817" y="508473"/>
                  </a:cubicBezTo>
                  <a:lnTo>
                    <a:pt x="32402" y="508473"/>
                  </a:lnTo>
                  <a:cubicBezTo>
                    <a:pt x="14507" y="508473"/>
                    <a:pt x="0" y="493966"/>
                    <a:pt x="0" y="476071"/>
                  </a:cubicBezTo>
                  <a:lnTo>
                    <a:pt x="0" y="32402"/>
                  </a:lnTo>
                  <a:cubicBezTo>
                    <a:pt x="0" y="14507"/>
                    <a:pt x="14507" y="0"/>
                    <a:pt x="32402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73219" cy="575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70205" y="206145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0" y="0"/>
                </a:lnTo>
                <a:lnTo>
                  <a:pt x="2170560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361" r="0" b="-17361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425813" y="206145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0" y="0"/>
                </a:lnTo>
                <a:lnTo>
                  <a:pt x="1093660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77298" y="3707556"/>
            <a:ext cx="8699523" cy="3176240"/>
          </a:xfrm>
          <a:custGeom>
            <a:avLst/>
            <a:gdLst/>
            <a:ahLst/>
            <a:cxnLst/>
            <a:rect r="r" b="b" t="t" l="l"/>
            <a:pathLst>
              <a:path h="3176240" w="8699523">
                <a:moveTo>
                  <a:pt x="0" y="0"/>
                </a:moveTo>
                <a:lnTo>
                  <a:pt x="8699524" y="0"/>
                </a:lnTo>
                <a:lnTo>
                  <a:pt x="8699524" y="3176239"/>
                </a:lnTo>
                <a:lnTo>
                  <a:pt x="0" y="31762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423823" y="7074295"/>
            <a:ext cx="6261425" cy="2533850"/>
          </a:xfrm>
          <a:custGeom>
            <a:avLst/>
            <a:gdLst/>
            <a:ahLst/>
            <a:cxnLst/>
            <a:rect r="r" b="b" t="t" l="l"/>
            <a:pathLst>
              <a:path h="2533850" w="6261425">
                <a:moveTo>
                  <a:pt x="0" y="0"/>
                </a:moveTo>
                <a:lnTo>
                  <a:pt x="6261425" y="0"/>
                </a:lnTo>
                <a:lnTo>
                  <a:pt x="6261425" y="2533850"/>
                </a:lnTo>
                <a:lnTo>
                  <a:pt x="0" y="25338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72643" y="9121997"/>
            <a:ext cx="3159027" cy="272606"/>
          </a:xfrm>
          <a:custGeom>
            <a:avLst/>
            <a:gdLst/>
            <a:ahLst/>
            <a:cxnLst/>
            <a:rect r="r" b="b" t="t" l="l"/>
            <a:pathLst>
              <a:path h="272606" w="3159027">
                <a:moveTo>
                  <a:pt x="0" y="0"/>
                </a:moveTo>
                <a:lnTo>
                  <a:pt x="3159027" y="0"/>
                </a:lnTo>
                <a:lnTo>
                  <a:pt x="3159027" y="272606"/>
                </a:lnTo>
                <a:lnTo>
                  <a:pt x="0" y="2726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1864786"/>
            <a:ext cx="8636153" cy="184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GRADIEN DAN EDGE DETECTION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8673" y="4028614"/>
            <a:ext cx="42797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7FBFF"/>
                </a:solidFill>
                <a:latin typeface="Poppins Bold"/>
                <a:ea typeface="Poppins Bold"/>
                <a:cs typeface="Poppins Bold"/>
                <a:sym typeface="Poppins Bold"/>
              </a:rPr>
              <a:t>Konvolusi Custom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8673" y="4834037"/>
            <a:ext cx="670537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10E3A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manual_convolve2d</a:t>
            </a:r>
            <a:r>
              <a:rPr lang="en-US" sz="2000">
                <a:solidFill>
                  <a:srgbClr val="010E3A"/>
                </a:solidFill>
                <a:latin typeface="Poppins"/>
                <a:ea typeface="Poppins"/>
                <a:cs typeface="Poppins"/>
                <a:sym typeface="Poppins"/>
              </a:rPr>
              <a:t> menggunakan pemotongan array NumPy yang divetorisasi untuk menghindari loop bersarang.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8673" y="6495206"/>
            <a:ext cx="42797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7FBFF"/>
                </a:solidFill>
                <a:latin typeface="Poppins Bold"/>
                <a:ea typeface="Poppins Bold"/>
                <a:cs typeface="Poppins Bold"/>
                <a:sym typeface="Poppins Bold"/>
              </a:rPr>
              <a:t>Gradien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1154" y="7298481"/>
            <a:ext cx="5673952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10E3A"/>
                </a:solidFill>
                <a:latin typeface="Poppins"/>
                <a:ea typeface="Poppins"/>
                <a:cs typeface="Poppins"/>
                <a:sym typeface="Poppins"/>
              </a:rPr>
              <a:t>Gx =Tepi horizontal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10E3A"/>
                </a:solidFill>
                <a:latin typeface="Poppins"/>
                <a:ea typeface="Poppins"/>
                <a:cs typeface="Poppins"/>
                <a:sym typeface="Poppins"/>
              </a:rPr>
              <a:t>Gy =  Tepi vertikal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10E3A"/>
                </a:solidFill>
                <a:latin typeface="Poppins"/>
                <a:ea typeface="Poppins"/>
                <a:cs typeface="Poppins"/>
                <a:sym typeface="Poppins"/>
              </a:rPr>
              <a:t>Magnitudo = sqrt(Gx</a:t>
            </a:r>
            <a:r>
              <a:rPr lang="en-US" sz="2000">
                <a:solidFill>
                  <a:srgbClr val="010E3A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2000">
                <a:solidFill>
                  <a:srgbClr val="010E3A"/>
                </a:solidFill>
                <a:latin typeface="Poppins"/>
                <a:ea typeface="Poppins"/>
                <a:cs typeface="Poppins"/>
                <a:sym typeface="Poppins"/>
              </a:rPr>
              <a:t> + Gy</a:t>
            </a:r>
            <a:r>
              <a:rPr lang="en-US" sz="2000">
                <a:solidFill>
                  <a:srgbClr val="010E3A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2000">
                <a:solidFill>
                  <a:srgbClr val="010E3A"/>
                </a:solidFill>
                <a:latin typeface="Poppins"/>
                <a:ea typeface="Poppins"/>
                <a:cs typeface="Poppins"/>
                <a:sym typeface="Poppins"/>
              </a:rPr>
              <a:t> )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10E3A"/>
                </a:solidFill>
                <a:latin typeface="Poppins"/>
                <a:ea typeface="Poppins"/>
                <a:cs typeface="Poppins"/>
                <a:sym typeface="Poppins"/>
              </a:rPr>
              <a:t>Arah = arctan2(Gx, Gy)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06270" y="-888477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06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8303586" y="7792749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84357">
            <a:off x="-1172028" y="-863602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392510"/>
            <a:ext cx="897353" cy="11072020"/>
            <a:chOff x="0" y="0"/>
            <a:chExt cx="236340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340" cy="2916088"/>
            </a:xfrm>
            <a:custGeom>
              <a:avLst/>
              <a:gdLst/>
              <a:ahLst/>
              <a:cxnLst/>
              <a:rect r="r" b="b" t="t" l="l"/>
              <a:pathLst>
                <a:path h="2916088" w="236340">
                  <a:moveTo>
                    <a:pt x="0" y="0"/>
                  </a:moveTo>
                  <a:lnTo>
                    <a:pt x="236340" y="0"/>
                  </a:lnTo>
                  <a:lnTo>
                    <a:pt x="236340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36340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5327" y="6767818"/>
            <a:ext cx="643045" cy="3911692"/>
            <a:chOff x="0" y="0"/>
            <a:chExt cx="169362" cy="1030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362" cy="1030240"/>
            </a:xfrm>
            <a:custGeom>
              <a:avLst/>
              <a:gdLst/>
              <a:ahLst/>
              <a:cxnLst/>
              <a:rect r="r" b="b" t="t" l="l"/>
              <a:pathLst>
                <a:path h="1030240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945559"/>
                  </a:lnTo>
                  <a:cubicBezTo>
                    <a:pt x="169362" y="992327"/>
                    <a:pt x="131449" y="1030240"/>
                    <a:pt x="84681" y="1030240"/>
                  </a:cubicBezTo>
                  <a:lnTo>
                    <a:pt x="84681" y="1030240"/>
                  </a:lnTo>
                  <a:cubicBezTo>
                    <a:pt x="37913" y="1030240"/>
                    <a:pt x="0" y="992327"/>
                    <a:pt x="0" y="945559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9362" cy="1087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123259" y="358545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1" y="0"/>
                </a:lnTo>
                <a:lnTo>
                  <a:pt x="2170561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361" r="0" b="-1736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78867" y="358545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880799" y="2766128"/>
            <a:ext cx="12259112" cy="1338070"/>
            <a:chOff x="0" y="0"/>
            <a:chExt cx="3228737" cy="3524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28737" cy="352414"/>
            </a:xfrm>
            <a:custGeom>
              <a:avLst/>
              <a:gdLst/>
              <a:ahLst/>
              <a:cxnLst/>
              <a:rect r="r" b="b" t="t" l="l"/>
              <a:pathLst>
                <a:path h="352414" w="3228737">
                  <a:moveTo>
                    <a:pt x="11367" y="0"/>
                  </a:moveTo>
                  <a:lnTo>
                    <a:pt x="3217370" y="0"/>
                  </a:lnTo>
                  <a:cubicBezTo>
                    <a:pt x="3220385" y="0"/>
                    <a:pt x="3223276" y="1198"/>
                    <a:pt x="3225408" y="3329"/>
                  </a:cubicBezTo>
                  <a:cubicBezTo>
                    <a:pt x="3227540" y="5461"/>
                    <a:pt x="3228737" y="8353"/>
                    <a:pt x="3228737" y="11367"/>
                  </a:cubicBezTo>
                  <a:lnTo>
                    <a:pt x="3228737" y="341046"/>
                  </a:lnTo>
                  <a:cubicBezTo>
                    <a:pt x="3228737" y="344061"/>
                    <a:pt x="3227540" y="346952"/>
                    <a:pt x="3225408" y="349084"/>
                  </a:cubicBezTo>
                  <a:cubicBezTo>
                    <a:pt x="3223276" y="351216"/>
                    <a:pt x="3220385" y="352414"/>
                    <a:pt x="3217370" y="352414"/>
                  </a:cubicBezTo>
                  <a:lnTo>
                    <a:pt x="11367" y="352414"/>
                  </a:lnTo>
                  <a:cubicBezTo>
                    <a:pt x="8353" y="352414"/>
                    <a:pt x="5461" y="351216"/>
                    <a:pt x="3329" y="349084"/>
                  </a:cubicBezTo>
                  <a:cubicBezTo>
                    <a:pt x="1198" y="346952"/>
                    <a:pt x="0" y="344061"/>
                    <a:pt x="0" y="341046"/>
                  </a:cubicBezTo>
                  <a:lnTo>
                    <a:pt x="0" y="11367"/>
                  </a:lnTo>
                  <a:cubicBezTo>
                    <a:pt x="0" y="8353"/>
                    <a:pt x="1198" y="5461"/>
                    <a:pt x="3329" y="3329"/>
                  </a:cubicBezTo>
                  <a:cubicBezTo>
                    <a:pt x="5461" y="1198"/>
                    <a:pt x="8353" y="0"/>
                    <a:pt x="11367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3228737" cy="428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 spc="14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Original (tanpa enhancement) Gambar Sendiri dengan Prewitt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-1231283" y="-472670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07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8372" y="4354826"/>
            <a:ext cx="17111211" cy="5513699"/>
            <a:chOff x="0" y="0"/>
            <a:chExt cx="4506656" cy="14521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06656" cy="1452168"/>
            </a:xfrm>
            <a:custGeom>
              <a:avLst/>
              <a:gdLst/>
              <a:ahLst/>
              <a:cxnLst/>
              <a:rect r="r" b="b" t="t" l="l"/>
              <a:pathLst>
                <a:path h="1452168" w="4506656">
                  <a:moveTo>
                    <a:pt x="14026" y="0"/>
                  </a:moveTo>
                  <a:lnTo>
                    <a:pt x="4492630" y="0"/>
                  </a:lnTo>
                  <a:cubicBezTo>
                    <a:pt x="4496350" y="0"/>
                    <a:pt x="4499918" y="1478"/>
                    <a:pt x="4502548" y="4108"/>
                  </a:cubicBezTo>
                  <a:cubicBezTo>
                    <a:pt x="4505178" y="6738"/>
                    <a:pt x="4506656" y="10306"/>
                    <a:pt x="4506656" y="14026"/>
                  </a:cubicBezTo>
                  <a:lnTo>
                    <a:pt x="4506656" y="1438142"/>
                  </a:lnTo>
                  <a:cubicBezTo>
                    <a:pt x="4506656" y="1441862"/>
                    <a:pt x="4505178" y="1445429"/>
                    <a:pt x="4502548" y="1448060"/>
                  </a:cubicBezTo>
                  <a:cubicBezTo>
                    <a:pt x="4499918" y="1450690"/>
                    <a:pt x="4496350" y="1452168"/>
                    <a:pt x="4492630" y="1452168"/>
                  </a:cubicBezTo>
                  <a:lnTo>
                    <a:pt x="14026" y="1452168"/>
                  </a:lnTo>
                  <a:cubicBezTo>
                    <a:pt x="10306" y="1452168"/>
                    <a:pt x="6738" y="1450690"/>
                    <a:pt x="4108" y="1448060"/>
                  </a:cubicBezTo>
                  <a:cubicBezTo>
                    <a:pt x="1478" y="1445429"/>
                    <a:pt x="0" y="1441862"/>
                    <a:pt x="0" y="1438142"/>
                  </a:cubicBezTo>
                  <a:lnTo>
                    <a:pt x="0" y="14026"/>
                  </a:lnTo>
                  <a:cubicBezTo>
                    <a:pt x="0" y="10306"/>
                    <a:pt x="1478" y="6738"/>
                    <a:pt x="4108" y="4108"/>
                  </a:cubicBezTo>
                  <a:cubicBezTo>
                    <a:pt x="6738" y="1478"/>
                    <a:pt x="10306" y="0"/>
                    <a:pt x="14026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506656" cy="151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78165" y="4354826"/>
            <a:ext cx="5202886" cy="5513699"/>
            <a:chOff x="0" y="0"/>
            <a:chExt cx="1370307" cy="14521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0307" cy="1452168"/>
            </a:xfrm>
            <a:custGeom>
              <a:avLst/>
              <a:gdLst/>
              <a:ahLst/>
              <a:cxnLst/>
              <a:rect r="r" b="b" t="t" l="l"/>
              <a:pathLst>
                <a:path h="1452168" w="1370307">
                  <a:moveTo>
                    <a:pt x="32736" y="0"/>
                  </a:moveTo>
                  <a:lnTo>
                    <a:pt x="1337571" y="0"/>
                  </a:lnTo>
                  <a:cubicBezTo>
                    <a:pt x="1355651" y="0"/>
                    <a:pt x="1370307" y="14656"/>
                    <a:pt x="1370307" y="32736"/>
                  </a:cubicBezTo>
                  <a:lnTo>
                    <a:pt x="1370307" y="1419432"/>
                  </a:lnTo>
                  <a:cubicBezTo>
                    <a:pt x="1370307" y="1437511"/>
                    <a:pt x="1355651" y="1452168"/>
                    <a:pt x="1337571" y="1452168"/>
                  </a:cubicBezTo>
                  <a:lnTo>
                    <a:pt x="32736" y="1452168"/>
                  </a:lnTo>
                  <a:cubicBezTo>
                    <a:pt x="14656" y="1452168"/>
                    <a:pt x="0" y="1437511"/>
                    <a:pt x="0" y="1419432"/>
                  </a:cubicBezTo>
                  <a:lnTo>
                    <a:pt x="0" y="32736"/>
                  </a:lnTo>
                  <a:cubicBezTo>
                    <a:pt x="0" y="14656"/>
                    <a:pt x="14656" y="0"/>
                    <a:pt x="3273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370307" cy="151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19994" y="5368254"/>
            <a:ext cx="3355410" cy="3355410"/>
          </a:xfrm>
          <a:custGeom>
            <a:avLst/>
            <a:gdLst/>
            <a:ahLst/>
            <a:cxnLst/>
            <a:rect r="r" b="b" t="t" l="l"/>
            <a:pathLst>
              <a:path h="3355410" w="3355410">
                <a:moveTo>
                  <a:pt x="0" y="0"/>
                </a:moveTo>
                <a:lnTo>
                  <a:pt x="3355410" y="0"/>
                </a:lnTo>
                <a:lnTo>
                  <a:pt x="3355410" y="3355410"/>
                </a:lnTo>
                <a:lnTo>
                  <a:pt x="0" y="3355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79183" y="4631711"/>
            <a:ext cx="1953517" cy="1953517"/>
          </a:xfrm>
          <a:custGeom>
            <a:avLst/>
            <a:gdLst/>
            <a:ahLst/>
            <a:cxnLst/>
            <a:rect r="r" b="b" t="t" l="l"/>
            <a:pathLst>
              <a:path h="1953517" w="1953517">
                <a:moveTo>
                  <a:pt x="0" y="0"/>
                </a:moveTo>
                <a:lnTo>
                  <a:pt x="1953516" y="0"/>
                </a:lnTo>
                <a:lnTo>
                  <a:pt x="1953516" y="1953516"/>
                </a:lnTo>
                <a:lnTo>
                  <a:pt x="0" y="19535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679183" y="7286174"/>
            <a:ext cx="1953517" cy="1953517"/>
          </a:xfrm>
          <a:custGeom>
            <a:avLst/>
            <a:gdLst/>
            <a:ahLst/>
            <a:cxnLst/>
            <a:rect r="r" b="b" t="t" l="l"/>
            <a:pathLst>
              <a:path h="1953517" w="1953517">
                <a:moveTo>
                  <a:pt x="0" y="0"/>
                </a:moveTo>
                <a:lnTo>
                  <a:pt x="1953516" y="0"/>
                </a:lnTo>
                <a:lnTo>
                  <a:pt x="1953516" y="1953517"/>
                </a:lnTo>
                <a:lnTo>
                  <a:pt x="0" y="19535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879107" y="4614724"/>
            <a:ext cx="2529785" cy="2257892"/>
          </a:xfrm>
          <a:custGeom>
            <a:avLst/>
            <a:gdLst/>
            <a:ahLst/>
            <a:cxnLst/>
            <a:rect r="r" b="b" t="t" l="l"/>
            <a:pathLst>
              <a:path h="2257892" w="2529785">
                <a:moveTo>
                  <a:pt x="0" y="0"/>
                </a:moveTo>
                <a:lnTo>
                  <a:pt x="2529786" y="0"/>
                </a:lnTo>
                <a:lnTo>
                  <a:pt x="2529786" y="2257892"/>
                </a:lnTo>
                <a:lnTo>
                  <a:pt x="0" y="22578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879107" y="7000408"/>
            <a:ext cx="2529785" cy="2257892"/>
          </a:xfrm>
          <a:custGeom>
            <a:avLst/>
            <a:gdLst/>
            <a:ahLst/>
            <a:cxnLst/>
            <a:rect r="r" b="b" t="t" l="l"/>
            <a:pathLst>
              <a:path h="2257892" w="2529785">
                <a:moveTo>
                  <a:pt x="0" y="0"/>
                </a:moveTo>
                <a:lnTo>
                  <a:pt x="2529786" y="0"/>
                </a:lnTo>
                <a:lnTo>
                  <a:pt x="2529786" y="2257892"/>
                </a:lnTo>
                <a:lnTo>
                  <a:pt x="0" y="2257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555291" y="5545992"/>
            <a:ext cx="2653248" cy="2653248"/>
          </a:xfrm>
          <a:custGeom>
            <a:avLst/>
            <a:gdLst/>
            <a:ahLst/>
            <a:cxnLst/>
            <a:rect r="r" b="b" t="t" l="l"/>
            <a:pathLst>
              <a:path h="2653248" w="2653248">
                <a:moveTo>
                  <a:pt x="0" y="0"/>
                </a:moveTo>
                <a:lnTo>
                  <a:pt x="2653248" y="0"/>
                </a:lnTo>
                <a:lnTo>
                  <a:pt x="2653248" y="2653248"/>
                </a:lnTo>
                <a:lnTo>
                  <a:pt x="0" y="26532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176386" y="5545992"/>
            <a:ext cx="2653248" cy="2653248"/>
          </a:xfrm>
          <a:custGeom>
            <a:avLst/>
            <a:gdLst/>
            <a:ahLst/>
            <a:cxnLst/>
            <a:rect r="r" b="b" t="t" l="l"/>
            <a:pathLst>
              <a:path h="2653248" w="2653248">
                <a:moveTo>
                  <a:pt x="0" y="0"/>
                </a:moveTo>
                <a:lnTo>
                  <a:pt x="2653248" y="0"/>
                </a:lnTo>
                <a:lnTo>
                  <a:pt x="2653248" y="2653248"/>
                </a:lnTo>
                <a:lnTo>
                  <a:pt x="0" y="26532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880799" y="1976824"/>
            <a:ext cx="1214941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49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CONTOH #1</a:t>
            </a:r>
          </a:p>
        </p:txBody>
      </p:sp>
      <p:sp>
        <p:nvSpPr>
          <p:cNvPr name="AutoShape 30" id="30"/>
          <p:cNvSpPr/>
          <p:nvPr/>
        </p:nvSpPr>
        <p:spPr>
          <a:xfrm>
            <a:off x="4647820" y="7111675"/>
            <a:ext cx="830346" cy="0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>
            <a:off x="10681051" y="6767818"/>
            <a:ext cx="830346" cy="0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4208539" y="6872616"/>
            <a:ext cx="967846" cy="0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8303586" y="7792749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84357">
            <a:off x="-1172028" y="-863602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392510"/>
            <a:ext cx="897353" cy="11072020"/>
            <a:chOff x="0" y="0"/>
            <a:chExt cx="236340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340" cy="2916088"/>
            </a:xfrm>
            <a:custGeom>
              <a:avLst/>
              <a:gdLst/>
              <a:ahLst/>
              <a:cxnLst/>
              <a:rect r="r" b="b" t="t" l="l"/>
              <a:pathLst>
                <a:path h="2916088" w="236340">
                  <a:moveTo>
                    <a:pt x="0" y="0"/>
                  </a:moveTo>
                  <a:lnTo>
                    <a:pt x="236340" y="0"/>
                  </a:lnTo>
                  <a:lnTo>
                    <a:pt x="236340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36340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5327" y="6767818"/>
            <a:ext cx="643045" cy="3911692"/>
            <a:chOff x="0" y="0"/>
            <a:chExt cx="169362" cy="1030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362" cy="1030240"/>
            </a:xfrm>
            <a:custGeom>
              <a:avLst/>
              <a:gdLst/>
              <a:ahLst/>
              <a:cxnLst/>
              <a:rect r="r" b="b" t="t" l="l"/>
              <a:pathLst>
                <a:path h="1030240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945559"/>
                  </a:lnTo>
                  <a:cubicBezTo>
                    <a:pt x="169362" y="992327"/>
                    <a:pt x="131449" y="1030240"/>
                    <a:pt x="84681" y="1030240"/>
                  </a:cubicBezTo>
                  <a:lnTo>
                    <a:pt x="84681" y="1030240"/>
                  </a:lnTo>
                  <a:cubicBezTo>
                    <a:pt x="37913" y="1030240"/>
                    <a:pt x="0" y="992327"/>
                    <a:pt x="0" y="945559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9362" cy="1087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123259" y="358545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1" y="0"/>
                </a:lnTo>
                <a:lnTo>
                  <a:pt x="2170561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361" r="0" b="-1736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78867" y="358545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880799" y="2766128"/>
            <a:ext cx="12259112" cy="1338070"/>
            <a:chOff x="0" y="0"/>
            <a:chExt cx="3228737" cy="3524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28737" cy="352414"/>
            </a:xfrm>
            <a:custGeom>
              <a:avLst/>
              <a:gdLst/>
              <a:ahLst/>
              <a:cxnLst/>
              <a:rect r="r" b="b" t="t" l="l"/>
              <a:pathLst>
                <a:path h="352414" w="3228737">
                  <a:moveTo>
                    <a:pt x="11367" y="0"/>
                  </a:moveTo>
                  <a:lnTo>
                    <a:pt x="3217370" y="0"/>
                  </a:lnTo>
                  <a:cubicBezTo>
                    <a:pt x="3220385" y="0"/>
                    <a:pt x="3223276" y="1198"/>
                    <a:pt x="3225408" y="3329"/>
                  </a:cubicBezTo>
                  <a:cubicBezTo>
                    <a:pt x="3227540" y="5461"/>
                    <a:pt x="3228737" y="8353"/>
                    <a:pt x="3228737" y="11367"/>
                  </a:cubicBezTo>
                  <a:lnTo>
                    <a:pt x="3228737" y="341046"/>
                  </a:lnTo>
                  <a:cubicBezTo>
                    <a:pt x="3228737" y="344061"/>
                    <a:pt x="3227540" y="346952"/>
                    <a:pt x="3225408" y="349084"/>
                  </a:cubicBezTo>
                  <a:cubicBezTo>
                    <a:pt x="3223276" y="351216"/>
                    <a:pt x="3220385" y="352414"/>
                    <a:pt x="3217370" y="352414"/>
                  </a:cubicBezTo>
                  <a:lnTo>
                    <a:pt x="11367" y="352414"/>
                  </a:lnTo>
                  <a:cubicBezTo>
                    <a:pt x="8353" y="352414"/>
                    <a:pt x="5461" y="351216"/>
                    <a:pt x="3329" y="349084"/>
                  </a:cubicBezTo>
                  <a:cubicBezTo>
                    <a:pt x="1198" y="346952"/>
                    <a:pt x="0" y="344061"/>
                    <a:pt x="0" y="341046"/>
                  </a:cubicBezTo>
                  <a:lnTo>
                    <a:pt x="0" y="11367"/>
                  </a:lnTo>
                  <a:cubicBezTo>
                    <a:pt x="0" y="8353"/>
                    <a:pt x="1198" y="5461"/>
                    <a:pt x="3329" y="3329"/>
                  </a:cubicBezTo>
                  <a:cubicBezTo>
                    <a:pt x="5461" y="1198"/>
                    <a:pt x="8353" y="0"/>
                    <a:pt x="11367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3228737" cy="428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 spc="14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Gambar Astronaut (dengan enhancement) dengan Kirsch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8372" y="4354826"/>
            <a:ext cx="17111211" cy="5513699"/>
            <a:chOff x="0" y="0"/>
            <a:chExt cx="4506656" cy="14521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06656" cy="1452168"/>
            </a:xfrm>
            <a:custGeom>
              <a:avLst/>
              <a:gdLst/>
              <a:ahLst/>
              <a:cxnLst/>
              <a:rect r="r" b="b" t="t" l="l"/>
              <a:pathLst>
                <a:path h="1452168" w="4506656">
                  <a:moveTo>
                    <a:pt x="14026" y="0"/>
                  </a:moveTo>
                  <a:lnTo>
                    <a:pt x="4492630" y="0"/>
                  </a:lnTo>
                  <a:cubicBezTo>
                    <a:pt x="4496350" y="0"/>
                    <a:pt x="4499918" y="1478"/>
                    <a:pt x="4502548" y="4108"/>
                  </a:cubicBezTo>
                  <a:cubicBezTo>
                    <a:pt x="4505178" y="6738"/>
                    <a:pt x="4506656" y="10306"/>
                    <a:pt x="4506656" y="14026"/>
                  </a:cubicBezTo>
                  <a:lnTo>
                    <a:pt x="4506656" y="1438142"/>
                  </a:lnTo>
                  <a:cubicBezTo>
                    <a:pt x="4506656" y="1441862"/>
                    <a:pt x="4505178" y="1445429"/>
                    <a:pt x="4502548" y="1448060"/>
                  </a:cubicBezTo>
                  <a:cubicBezTo>
                    <a:pt x="4499918" y="1450690"/>
                    <a:pt x="4496350" y="1452168"/>
                    <a:pt x="4492630" y="1452168"/>
                  </a:cubicBezTo>
                  <a:lnTo>
                    <a:pt x="14026" y="1452168"/>
                  </a:lnTo>
                  <a:cubicBezTo>
                    <a:pt x="10306" y="1452168"/>
                    <a:pt x="6738" y="1450690"/>
                    <a:pt x="4108" y="1448060"/>
                  </a:cubicBezTo>
                  <a:cubicBezTo>
                    <a:pt x="1478" y="1445429"/>
                    <a:pt x="0" y="1441862"/>
                    <a:pt x="0" y="1438142"/>
                  </a:cubicBezTo>
                  <a:lnTo>
                    <a:pt x="0" y="14026"/>
                  </a:lnTo>
                  <a:cubicBezTo>
                    <a:pt x="0" y="10306"/>
                    <a:pt x="1478" y="6738"/>
                    <a:pt x="4108" y="4108"/>
                  </a:cubicBezTo>
                  <a:cubicBezTo>
                    <a:pt x="6738" y="1478"/>
                    <a:pt x="10306" y="0"/>
                    <a:pt x="14026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506656" cy="151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8165" y="4354826"/>
            <a:ext cx="5202886" cy="5513699"/>
            <a:chOff x="0" y="0"/>
            <a:chExt cx="1370307" cy="14521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0307" cy="1452168"/>
            </a:xfrm>
            <a:custGeom>
              <a:avLst/>
              <a:gdLst/>
              <a:ahLst/>
              <a:cxnLst/>
              <a:rect r="r" b="b" t="t" l="l"/>
              <a:pathLst>
                <a:path h="1452168" w="1370307">
                  <a:moveTo>
                    <a:pt x="32736" y="0"/>
                  </a:moveTo>
                  <a:lnTo>
                    <a:pt x="1337571" y="0"/>
                  </a:lnTo>
                  <a:cubicBezTo>
                    <a:pt x="1355651" y="0"/>
                    <a:pt x="1370307" y="14656"/>
                    <a:pt x="1370307" y="32736"/>
                  </a:cubicBezTo>
                  <a:lnTo>
                    <a:pt x="1370307" y="1419432"/>
                  </a:lnTo>
                  <a:cubicBezTo>
                    <a:pt x="1370307" y="1437511"/>
                    <a:pt x="1355651" y="1452168"/>
                    <a:pt x="1337571" y="1452168"/>
                  </a:cubicBezTo>
                  <a:lnTo>
                    <a:pt x="32736" y="1452168"/>
                  </a:lnTo>
                  <a:cubicBezTo>
                    <a:pt x="14656" y="1452168"/>
                    <a:pt x="0" y="1437511"/>
                    <a:pt x="0" y="1419432"/>
                  </a:cubicBezTo>
                  <a:lnTo>
                    <a:pt x="0" y="32736"/>
                  </a:lnTo>
                  <a:cubicBezTo>
                    <a:pt x="0" y="14656"/>
                    <a:pt x="14656" y="0"/>
                    <a:pt x="32736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370307" cy="151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4079430" y="8447209"/>
            <a:ext cx="1346814" cy="0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10681051" y="6767818"/>
            <a:ext cx="830346" cy="0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4208539" y="6872616"/>
            <a:ext cx="967846" cy="0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959295" y="4485924"/>
            <a:ext cx="2120136" cy="2120136"/>
          </a:xfrm>
          <a:custGeom>
            <a:avLst/>
            <a:gdLst/>
            <a:ahLst/>
            <a:cxnLst/>
            <a:rect r="r" b="b" t="t" l="l"/>
            <a:pathLst>
              <a:path h="2120136" w="2120136">
                <a:moveTo>
                  <a:pt x="0" y="0"/>
                </a:moveTo>
                <a:lnTo>
                  <a:pt x="2120135" y="0"/>
                </a:lnTo>
                <a:lnTo>
                  <a:pt x="2120135" y="2120136"/>
                </a:lnTo>
                <a:lnTo>
                  <a:pt x="0" y="2120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51294" y="7383141"/>
            <a:ext cx="2128136" cy="2128136"/>
          </a:xfrm>
          <a:custGeom>
            <a:avLst/>
            <a:gdLst/>
            <a:ahLst/>
            <a:cxnLst/>
            <a:rect r="r" b="b" t="t" l="l"/>
            <a:pathLst>
              <a:path h="2128136" w="2128136">
                <a:moveTo>
                  <a:pt x="0" y="0"/>
                </a:moveTo>
                <a:lnTo>
                  <a:pt x="2128136" y="0"/>
                </a:lnTo>
                <a:lnTo>
                  <a:pt x="2128136" y="2128136"/>
                </a:lnTo>
                <a:lnTo>
                  <a:pt x="0" y="21281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3019363" y="6606060"/>
            <a:ext cx="268796" cy="680114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7879107" y="7286174"/>
            <a:ext cx="2493048" cy="2225103"/>
          </a:xfrm>
          <a:custGeom>
            <a:avLst/>
            <a:gdLst/>
            <a:ahLst/>
            <a:cxnLst/>
            <a:rect r="r" b="b" t="t" l="l"/>
            <a:pathLst>
              <a:path h="2225103" w="2493048">
                <a:moveTo>
                  <a:pt x="0" y="0"/>
                </a:moveTo>
                <a:lnTo>
                  <a:pt x="2493048" y="0"/>
                </a:lnTo>
                <a:lnTo>
                  <a:pt x="2493048" y="2225103"/>
                </a:lnTo>
                <a:lnTo>
                  <a:pt x="0" y="22251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679183" y="4766912"/>
            <a:ext cx="1953517" cy="1953517"/>
          </a:xfrm>
          <a:custGeom>
            <a:avLst/>
            <a:gdLst/>
            <a:ahLst/>
            <a:cxnLst/>
            <a:rect r="r" b="b" t="t" l="l"/>
            <a:pathLst>
              <a:path h="1953517" w="1953517">
                <a:moveTo>
                  <a:pt x="0" y="0"/>
                </a:moveTo>
                <a:lnTo>
                  <a:pt x="1953516" y="0"/>
                </a:lnTo>
                <a:lnTo>
                  <a:pt x="1953516" y="1953516"/>
                </a:lnTo>
                <a:lnTo>
                  <a:pt x="0" y="19535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679183" y="7222482"/>
            <a:ext cx="1953517" cy="1953517"/>
          </a:xfrm>
          <a:custGeom>
            <a:avLst/>
            <a:gdLst/>
            <a:ahLst/>
            <a:cxnLst/>
            <a:rect r="r" b="b" t="t" l="l"/>
            <a:pathLst>
              <a:path h="1953517" w="1953517">
                <a:moveTo>
                  <a:pt x="0" y="0"/>
                </a:moveTo>
                <a:lnTo>
                  <a:pt x="1953516" y="0"/>
                </a:lnTo>
                <a:lnTo>
                  <a:pt x="1953516" y="1953516"/>
                </a:lnTo>
                <a:lnTo>
                  <a:pt x="0" y="19535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870747" y="4627387"/>
            <a:ext cx="2501408" cy="2232565"/>
          </a:xfrm>
          <a:custGeom>
            <a:avLst/>
            <a:gdLst/>
            <a:ahLst/>
            <a:cxnLst/>
            <a:rect r="r" b="b" t="t" l="l"/>
            <a:pathLst>
              <a:path h="2232565" w="2501408">
                <a:moveTo>
                  <a:pt x="0" y="0"/>
                </a:moveTo>
                <a:lnTo>
                  <a:pt x="2501408" y="0"/>
                </a:lnTo>
                <a:lnTo>
                  <a:pt x="2501408" y="2232565"/>
                </a:lnTo>
                <a:lnTo>
                  <a:pt x="0" y="2232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511397" y="5545992"/>
            <a:ext cx="2697143" cy="2697143"/>
          </a:xfrm>
          <a:custGeom>
            <a:avLst/>
            <a:gdLst/>
            <a:ahLst/>
            <a:cxnLst/>
            <a:rect r="r" b="b" t="t" l="l"/>
            <a:pathLst>
              <a:path h="2697143" w="2697143">
                <a:moveTo>
                  <a:pt x="0" y="0"/>
                </a:moveTo>
                <a:lnTo>
                  <a:pt x="2697142" y="0"/>
                </a:lnTo>
                <a:lnTo>
                  <a:pt x="2697142" y="2697143"/>
                </a:lnTo>
                <a:lnTo>
                  <a:pt x="0" y="26971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176386" y="5545992"/>
            <a:ext cx="2697143" cy="2697143"/>
          </a:xfrm>
          <a:custGeom>
            <a:avLst/>
            <a:gdLst/>
            <a:ahLst/>
            <a:cxnLst/>
            <a:rect r="r" b="b" t="t" l="l"/>
            <a:pathLst>
              <a:path h="2697143" w="2697143">
                <a:moveTo>
                  <a:pt x="0" y="0"/>
                </a:moveTo>
                <a:lnTo>
                  <a:pt x="2697143" y="0"/>
                </a:lnTo>
                <a:lnTo>
                  <a:pt x="2697143" y="2697143"/>
                </a:lnTo>
                <a:lnTo>
                  <a:pt x="0" y="269714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-1231283" y="-472670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80799" y="1976824"/>
            <a:ext cx="1214941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49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CONTOH #2</a:t>
            </a:r>
          </a:p>
        </p:txBody>
      </p:sp>
    </p:spTree>
  </p:cSld>
  <p:clrMapOvr>
    <a:masterClrMapping/>
  </p:clrMapOvr>
  <p:transition spd="med">
    <p:circl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8303586" y="7792749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84357">
            <a:off x="-1172028" y="-863602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392510"/>
            <a:ext cx="897353" cy="11072020"/>
            <a:chOff x="0" y="0"/>
            <a:chExt cx="236340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340" cy="2916088"/>
            </a:xfrm>
            <a:custGeom>
              <a:avLst/>
              <a:gdLst/>
              <a:ahLst/>
              <a:cxnLst/>
              <a:rect r="r" b="b" t="t" l="l"/>
              <a:pathLst>
                <a:path h="2916088" w="236340">
                  <a:moveTo>
                    <a:pt x="0" y="0"/>
                  </a:moveTo>
                  <a:lnTo>
                    <a:pt x="236340" y="0"/>
                  </a:lnTo>
                  <a:lnTo>
                    <a:pt x="236340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36340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5327" y="6767818"/>
            <a:ext cx="643045" cy="3911692"/>
            <a:chOff x="0" y="0"/>
            <a:chExt cx="169362" cy="1030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362" cy="1030240"/>
            </a:xfrm>
            <a:custGeom>
              <a:avLst/>
              <a:gdLst/>
              <a:ahLst/>
              <a:cxnLst/>
              <a:rect r="r" b="b" t="t" l="l"/>
              <a:pathLst>
                <a:path h="1030240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945559"/>
                  </a:lnTo>
                  <a:cubicBezTo>
                    <a:pt x="169362" y="992327"/>
                    <a:pt x="131449" y="1030240"/>
                    <a:pt x="84681" y="1030240"/>
                  </a:cubicBezTo>
                  <a:lnTo>
                    <a:pt x="84681" y="1030240"/>
                  </a:lnTo>
                  <a:cubicBezTo>
                    <a:pt x="37913" y="1030240"/>
                    <a:pt x="0" y="992327"/>
                    <a:pt x="0" y="945559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9362" cy="1087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123259" y="358545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1" y="0"/>
                </a:lnTo>
                <a:lnTo>
                  <a:pt x="2170561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361" r="0" b="-1736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78867" y="358545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5648901"/>
            <a:ext cx="17091571" cy="1118917"/>
            <a:chOff x="0" y="0"/>
            <a:chExt cx="4501484" cy="2946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01484" cy="294694"/>
            </a:xfrm>
            <a:custGeom>
              <a:avLst/>
              <a:gdLst/>
              <a:ahLst/>
              <a:cxnLst/>
              <a:rect r="r" b="b" t="t" l="l"/>
              <a:pathLst>
                <a:path h="294694" w="4501484">
                  <a:moveTo>
                    <a:pt x="8153" y="0"/>
                  </a:moveTo>
                  <a:lnTo>
                    <a:pt x="4493330" y="0"/>
                  </a:lnTo>
                  <a:cubicBezTo>
                    <a:pt x="4497833" y="0"/>
                    <a:pt x="4501484" y="3650"/>
                    <a:pt x="4501484" y="8153"/>
                  </a:cubicBezTo>
                  <a:lnTo>
                    <a:pt x="4501484" y="286541"/>
                  </a:lnTo>
                  <a:cubicBezTo>
                    <a:pt x="4501484" y="291044"/>
                    <a:pt x="4497833" y="294694"/>
                    <a:pt x="4493330" y="294694"/>
                  </a:cubicBezTo>
                  <a:lnTo>
                    <a:pt x="8153" y="294694"/>
                  </a:lnTo>
                  <a:cubicBezTo>
                    <a:pt x="3650" y="294694"/>
                    <a:pt x="0" y="291044"/>
                    <a:pt x="0" y="286541"/>
                  </a:cubicBezTo>
                  <a:lnTo>
                    <a:pt x="0" y="8153"/>
                  </a:lnTo>
                  <a:cubicBezTo>
                    <a:pt x="0" y="3650"/>
                    <a:pt x="3650" y="0"/>
                    <a:pt x="8153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4501484" cy="408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b="true" sz="4199" spc="209" u="sng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  <a:hlinkClick r:id="rId6" tooltip="https://its.id/m/Tugas1SimpleEdgeDetectionJemi"/>
                </a:rPr>
                <a:t>https://its.id/m/Tugas1SimpleEdgeDetectionJemi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-1231283" y="-472670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76286" y="4395448"/>
            <a:ext cx="1214941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49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DAN CONTOH-CONTOH LAIN</a:t>
            </a:r>
          </a:p>
        </p:txBody>
      </p:sp>
    </p:spTree>
  </p:cSld>
  <p:clrMapOvr>
    <a:masterClrMapping/>
  </p:clrMapOvr>
  <p:transition spd="med">
    <p:circl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4668" y="-3157079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120312">
            <a:off x="-2273262" y="8282771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299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37006" y="3877822"/>
            <a:ext cx="1387326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 spc="134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95644" y="1429116"/>
            <a:ext cx="9598400" cy="1077621"/>
            <a:chOff x="0" y="0"/>
            <a:chExt cx="2527974" cy="2838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27974" cy="283818"/>
            </a:xfrm>
            <a:custGeom>
              <a:avLst/>
              <a:gdLst/>
              <a:ahLst/>
              <a:cxnLst/>
              <a:rect r="r" b="b" t="t" l="l"/>
              <a:pathLst>
                <a:path h="283818" w="2527974">
                  <a:moveTo>
                    <a:pt x="25004" y="0"/>
                  </a:moveTo>
                  <a:lnTo>
                    <a:pt x="2502970" y="0"/>
                  </a:lnTo>
                  <a:cubicBezTo>
                    <a:pt x="2509601" y="0"/>
                    <a:pt x="2515961" y="2634"/>
                    <a:pt x="2520650" y="7324"/>
                  </a:cubicBezTo>
                  <a:cubicBezTo>
                    <a:pt x="2525339" y="12013"/>
                    <a:pt x="2527974" y="18373"/>
                    <a:pt x="2527974" y="25004"/>
                  </a:cubicBezTo>
                  <a:lnTo>
                    <a:pt x="2527974" y="258814"/>
                  </a:lnTo>
                  <a:cubicBezTo>
                    <a:pt x="2527974" y="265445"/>
                    <a:pt x="2525339" y="271805"/>
                    <a:pt x="2520650" y="276494"/>
                  </a:cubicBezTo>
                  <a:cubicBezTo>
                    <a:pt x="2515961" y="281183"/>
                    <a:pt x="2509601" y="283818"/>
                    <a:pt x="2502970" y="283818"/>
                  </a:cubicBezTo>
                  <a:lnTo>
                    <a:pt x="25004" y="283818"/>
                  </a:lnTo>
                  <a:cubicBezTo>
                    <a:pt x="18373" y="283818"/>
                    <a:pt x="12013" y="281183"/>
                    <a:pt x="7324" y="276494"/>
                  </a:cubicBezTo>
                  <a:cubicBezTo>
                    <a:pt x="2634" y="271805"/>
                    <a:pt x="0" y="265445"/>
                    <a:pt x="0" y="258814"/>
                  </a:cubicBezTo>
                  <a:lnTo>
                    <a:pt x="0" y="25004"/>
                  </a:lnTo>
                  <a:cubicBezTo>
                    <a:pt x="0" y="18373"/>
                    <a:pt x="2634" y="12013"/>
                    <a:pt x="7324" y="7324"/>
                  </a:cubicBezTo>
                  <a:cubicBezTo>
                    <a:pt x="12013" y="2634"/>
                    <a:pt x="18373" y="0"/>
                    <a:pt x="250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27974" cy="340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12135" y="1542476"/>
            <a:ext cx="10604156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Kesimpulan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14668" y="-533134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9378" y="196438"/>
            <a:ext cx="2170560" cy="1048697"/>
          </a:xfrm>
          <a:custGeom>
            <a:avLst/>
            <a:gdLst/>
            <a:ahLst/>
            <a:cxnLst/>
            <a:rect r="r" b="b" t="t" l="l"/>
            <a:pathLst>
              <a:path h="1048697" w="2170560">
                <a:moveTo>
                  <a:pt x="0" y="0"/>
                </a:moveTo>
                <a:lnTo>
                  <a:pt x="2170560" y="0"/>
                </a:lnTo>
                <a:lnTo>
                  <a:pt x="2170560" y="1048697"/>
                </a:lnTo>
                <a:lnTo>
                  <a:pt x="0" y="1048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361" r="0" b="-1736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84986" y="196438"/>
            <a:ext cx="1093661" cy="1093661"/>
          </a:xfrm>
          <a:custGeom>
            <a:avLst/>
            <a:gdLst/>
            <a:ahLst/>
            <a:cxnLst/>
            <a:rect r="r" b="b" t="t" l="l"/>
            <a:pathLst>
              <a:path h="1093661" w="1093661">
                <a:moveTo>
                  <a:pt x="0" y="0"/>
                </a:moveTo>
                <a:lnTo>
                  <a:pt x="1093661" y="0"/>
                </a:lnTo>
                <a:lnTo>
                  <a:pt x="1093661" y="1093661"/>
                </a:lnTo>
                <a:lnTo>
                  <a:pt x="0" y="1093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95644" y="2687712"/>
            <a:ext cx="9598400" cy="1851669"/>
            <a:chOff x="0" y="0"/>
            <a:chExt cx="2527974" cy="4876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27974" cy="487682"/>
            </a:xfrm>
            <a:custGeom>
              <a:avLst/>
              <a:gdLst/>
              <a:ahLst/>
              <a:cxnLst/>
              <a:rect r="r" b="b" t="t" l="l"/>
              <a:pathLst>
                <a:path h="487682" w="2527974">
                  <a:moveTo>
                    <a:pt x="25004" y="0"/>
                  </a:moveTo>
                  <a:lnTo>
                    <a:pt x="2502970" y="0"/>
                  </a:lnTo>
                  <a:cubicBezTo>
                    <a:pt x="2509601" y="0"/>
                    <a:pt x="2515961" y="2634"/>
                    <a:pt x="2520650" y="7324"/>
                  </a:cubicBezTo>
                  <a:cubicBezTo>
                    <a:pt x="2525339" y="12013"/>
                    <a:pt x="2527974" y="18373"/>
                    <a:pt x="2527974" y="25004"/>
                  </a:cubicBezTo>
                  <a:lnTo>
                    <a:pt x="2527974" y="462678"/>
                  </a:lnTo>
                  <a:cubicBezTo>
                    <a:pt x="2527974" y="469310"/>
                    <a:pt x="2525339" y="475670"/>
                    <a:pt x="2520650" y="480359"/>
                  </a:cubicBezTo>
                  <a:cubicBezTo>
                    <a:pt x="2515961" y="485048"/>
                    <a:pt x="2509601" y="487682"/>
                    <a:pt x="2502970" y="487682"/>
                  </a:cubicBezTo>
                  <a:lnTo>
                    <a:pt x="25004" y="487682"/>
                  </a:lnTo>
                  <a:cubicBezTo>
                    <a:pt x="18373" y="487682"/>
                    <a:pt x="12013" y="485048"/>
                    <a:pt x="7324" y="480359"/>
                  </a:cubicBezTo>
                  <a:cubicBezTo>
                    <a:pt x="2634" y="475670"/>
                    <a:pt x="0" y="469310"/>
                    <a:pt x="0" y="462678"/>
                  </a:cubicBezTo>
                  <a:lnTo>
                    <a:pt x="0" y="25004"/>
                  </a:lnTo>
                  <a:cubicBezTo>
                    <a:pt x="0" y="18373"/>
                    <a:pt x="2634" y="12013"/>
                    <a:pt x="7324" y="7324"/>
                  </a:cubicBezTo>
                  <a:cubicBezTo>
                    <a:pt x="12013" y="2634"/>
                    <a:pt x="18373" y="0"/>
                    <a:pt x="25004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527974" cy="55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30669" y="3106410"/>
            <a:ext cx="7177552" cy="1014273"/>
            <a:chOff x="0" y="0"/>
            <a:chExt cx="1890384" cy="2671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90384" cy="267134"/>
            </a:xfrm>
            <a:custGeom>
              <a:avLst/>
              <a:gdLst/>
              <a:ahLst/>
              <a:cxnLst/>
              <a:rect r="r" b="b" t="t" l="l"/>
              <a:pathLst>
                <a:path h="267134" w="1890384">
                  <a:moveTo>
                    <a:pt x="55010" y="0"/>
                  </a:moveTo>
                  <a:lnTo>
                    <a:pt x="1835374" y="0"/>
                  </a:lnTo>
                  <a:cubicBezTo>
                    <a:pt x="1865755" y="0"/>
                    <a:pt x="1890384" y="24629"/>
                    <a:pt x="1890384" y="55010"/>
                  </a:cubicBezTo>
                  <a:lnTo>
                    <a:pt x="1890384" y="212123"/>
                  </a:lnTo>
                  <a:cubicBezTo>
                    <a:pt x="1890384" y="242505"/>
                    <a:pt x="1865755" y="267134"/>
                    <a:pt x="1835374" y="267134"/>
                  </a:cubicBezTo>
                  <a:lnTo>
                    <a:pt x="55010" y="267134"/>
                  </a:lnTo>
                  <a:cubicBezTo>
                    <a:pt x="24629" y="267134"/>
                    <a:pt x="0" y="242505"/>
                    <a:pt x="0" y="212123"/>
                  </a:cubicBezTo>
                  <a:lnTo>
                    <a:pt x="0" y="55010"/>
                  </a:lnTo>
                  <a:cubicBezTo>
                    <a:pt x="0" y="24629"/>
                    <a:pt x="24629" y="0"/>
                    <a:pt x="55010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890384" cy="324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Berhasil mengimplementasikan pipeline yang sepenuhnya interaktif.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95644" y="4720356"/>
            <a:ext cx="9598400" cy="2248500"/>
            <a:chOff x="0" y="0"/>
            <a:chExt cx="2527974" cy="5921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27974" cy="592197"/>
            </a:xfrm>
            <a:custGeom>
              <a:avLst/>
              <a:gdLst/>
              <a:ahLst/>
              <a:cxnLst/>
              <a:rect r="r" b="b" t="t" l="l"/>
              <a:pathLst>
                <a:path h="592197" w="2527974">
                  <a:moveTo>
                    <a:pt x="25004" y="0"/>
                  </a:moveTo>
                  <a:lnTo>
                    <a:pt x="2502970" y="0"/>
                  </a:lnTo>
                  <a:cubicBezTo>
                    <a:pt x="2509601" y="0"/>
                    <a:pt x="2515961" y="2634"/>
                    <a:pt x="2520650" y="7324"/>
                  </a:cubicBezTo>
                  <a:cubicBezTo>
                    <a:pt x="2525339" y="12013"/>
                    <a:pt x="2527974" y="18373"/>
                    <a:pt x="2527974" y="25004"/>
                  </a:cubicBezTo>
                  <a:lnTo>
                    <a:pt x="2527974" y="567193"/>
                  </a:lnTo>
                  <a:cubicBezTo>
                    <a:pt x="2527974" y="573825"/>
                    <a:pt x="2525339" y="580185"/>
                    <a:pt x="2520650" y="584874"/>
                  </a:cubicBezTo>
                  <a:cubicBezTo>
                    <a:pt x="2515961" y="589563"/>
                    <a:pt x="2509601" y="592197"/>
                    <a:pt x="2502970" y="592197"/>
                  </a:cubicBezTo>
                  <a:lnTo>
                    <a:pt x="25004" y="592197"/>
                  </a:lnTo>
                  <a:cubicBezTo>
                    <a:pt x="18373" y="592197"/>
                    <a:pt x="12013" y="589563"/>
                    <a:pt x="7324" y="584874"/>
                  </a:cubicBezTo>
                  <a:cubicBezTo>
                    <a:pt x="2634" y="580185"/>
                    <a:pt x="0" y="573825"/>
                    <a:pt x="0" y="567193"/>
                  </a:cubicBezTo>
                  <a:lnTo>
                    <a:pt x="0" y="25004"/>
                  </a:lnTo>
                  <a:cubicBezTo>
                    <a:pt x="0" y="18373"/>
                    <a:pt x="2634" y="12013"/>
                    <a:pt x="7324" y="7324"/>
                  </a:cubicBezTo>
                  <a:cubicBezTo>
                    <a:pt x="12013" y="2634"/>
                    <a:pt x="18373" y="0"/>
                    <a:pt x="25004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527974" cy="658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29378" y="5142207"/>
            <a:ext cx="9279565" cy="1404798"/>
            <a:chOff x="0" y="0"/>
            <a:chExt cx="2444001" cy="3699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44001" cy="369988"/>
            </a:xfrm>
            <a:custGeom>
              <a:avLst/>
              <a:gdLst/>
              <a:ahLst/>
              <a:cxnLst/>
              <a:rect r="r" b="b" t="t" l="l"/>
              <a:pathLst>
                <a:path h="369988" w="2444001">
                  <a:moveTo>
                    <a:pt x="42549" y="0"/>
                  </a:moveTo>
                  <a:lnTo>
                    <a:pt x="2401451" y="0"/>
                  </a:lnTo>
                  <a:cubicBezTo>
                    <a:pt x="2424951" y="0"/>
                    <a:pt x="2444001" y="19050"/>
                    <a:pt x="2444001" y="42549"/>
                  </a:cubicBezTo>
                  <a:lnTo>
                    <a:pt x="2444001" y="327439"/>
                  </a:lnTo>
                  <a:cubicBezTo>
                    <a:pt x="2444001" y="338723"/>
                    <a:pt x="2439518" y="349546"/>
                    <a:pt x="2431538" y="357525"/>
                  </a:cubicBezTo>
                  <a:cubicBezTo>
                    <a:pt x="2423559" y="365505"/>
                    <a:pt x="2412736" y="369988"/>
                    <a:pt x="2401451" y="369988"/>
                  </a:cubicBezTo>
                  <a:lnTo>
                    <a:pt x="42549" y="369988"/>
                  </a:lnTo>
                  <a:cubicBezTo>
                    <a:pt x="19050" y="369988"/>
                    <a:pt x="0" y="350938"/>
                    <a:pt x="0" y="327439"/>
                  </a:cubicBezTo>
                  <a:lnTo>
                    <a:pt x="0" y="42549"/>
                  </a:lnTo>
                  <a:cubicBezTo>
                    <a:pt x="0" y="19050"/>
                    <a:pt x="19050" y="0"/>
                    <a:pt x="42549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444001" cy="427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Terbukti bahwa operasi matematika tingkat rendah (konvolusi, gaussian) dapat diimplementasikan secara efisien tanpa terlalu bergantung pada fungsi library.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69961" y="7149831"/>
            <a:ext cx="9598400" cy="1851669"/>
            <a:chOff x="0" y="0"/>
            <a:chExt cx="2527974" cy="4876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7974" cy="487682"/>
            </a:xfrm>
            <a:custGeom>
              <a:avLst/>
              <a:gdLst/>
              <a:ahLst/>
              <a:cxnLst/>
              <a:rect r="r" b="b" t="t" l="l"/>
              <a:pathLst>
                <a:path h="487682" w="2527974">
                  <a:moveTo>
                    <a:pt x="25004" y="0"/>
                  </a:moveTo>
                  <a:lnTo>
                    <a:pt x="2502970" y="0"/>
                  </a:lnTo>
                  <a:cubicBezTo>
                    <a:pt x="2509601" y="0"/>
                    <a:pt x="2515961" y="2634"/>
                    <a:pt x="2520650" y="7324"/>
                  </a:cubicBezTo>
                  <a:cubicBezTo>
                    <a:pt x="2525339" y="12013"/>
                    <a:pt x="2527974" y="18373"/>
                    <a:pt x="2527974" y="25004"/>
                  </a:cubicBezTo>
                  <a:lnTo>
                    <a:pt x="2527974" y="462678"/>
                  </a:lnTo>
                  <a:cubicBezTo>
                    <a:pt x="2527974" y="469310"/>
                    <a:pt x="2525339" y="475670"/>
                    <a:pt x="2520650" y="480359"/>
                  </a:cubicBezTo>
                  <a:cubicBezTo>
                    <a:pt x="2515961" y="485048"/>
                    <a:pt x="2509601" y="487682"/>
                    <a:pt x="2502970" y="487682"/>
                  </a:cubicBezTo>
                  <a:lnTo>
                    <a:pt x="25004" y="487682"/>
                  </a:lnTo>
                  <a:cubicBezTo>
                    <a:pt x="18373" y="487682"/>
                    <a:pt x="12013" y="485048"/>
                    <a:pt x="7324" y="480359"/>
                  </a:cubicBezTo>
                  <a:cubicBezTo>
                    <a:pt x="2634" y="475670"/>
                    <a:pt x="0" y="469310"/>
                    <a:pt x="0" y="462678"/>
                  </a:cubicBezTo>
                  <a:lnTo>
                    <a:pt x="0" y="25004"/>
                  </a:lnTo>
                  <a:cubicBezTo>
                    <a:pt x="0" y="18373"/>
                    <a:pt x="2634" y="12013"/>
                    <a:pt x="7324" y="7324"/>
                  </a:cubicBezTo>
                  <a:cubicBezTo>
                    <a:pt x="12013" y="2634"/>
                    <a:pt x="18373" y="0"/>
                    <a:pt x="25004" y="0"/>
                  </a:cubicBezTo>
                  <a:close/>
                </a:path>
              </a:pathLst>
            </a:custGeom>
            <a:solidFill>
              <a:srgbClr val="6FA8D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2527974" cy="55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3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03695" y="7384736"/>
            <a:ext cx="9279565" cy="1404798"/>
            <a:chOff x="0" y="0"/>
            <a:chExt cx="2444001" cy="3699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44001" cy="369988"/>
            </a:xfrm>
            <a:custGeom>
              <a:avLst/>
              <a:gdLst/>
              <a:ahLst/>
              <a:cxnLst/>
              <a:rect r="r" b="b" t="t" l="l"/>
              <a:pathLst>
                <a:path h="369988" w="2444001">
                  <a:moveTo>
                    <a:pt x="42549" y="0"/>
                  </a:moveTo>
                  <a:lnTo>
                    <a:pt x="2401451" y="0"/>
                  </a:lnTo>
                  <a:cubicBezTo>
                    <a:pt x="2424951" y="0"/>
                    <a:pt x="2444001" y="19050"/>
                    <a:pt x="2444001" y="42549"/>
                  </a:cubicBezTo>
                  <a:lnTo>
                    <a:pt x="2444001" y="327439"/>
                  </a:lnTo>
                  <a:cubicBezTo>
                    <a:pt x="2444001" y="338723"/>
                    <a:pt x="2439518" y="349546"/>
                    <a:pt x="2431538" y="357525"/>
                  </a:cubicBezTo>
                  <a:cubicBezTo>
                    <a:pt x="2423559" y="365505"/>
                    <a:pt x="2412736" y="369988"/>
                    <a:pt x="2401451" y="369988"/>
                  </a:cubicBezTo>
                  <a:lnTo>
                    <a:pt x="42549" y="369988"/>
                  </a:lnTo>
                  <a:cubicBezTo>
                    <a:pt x="19050" y="369988"/>
                    <a:pt x="0" y="350938"/>
                    <a:pt x="0" y="327439"/>
                  </a:cubicBezTo>
                  <a:lnTo>
                    <a:pt x="0" y="42549"/>
                  </a:lnTo>
                  <a:cubicBezTo>
                    <a:pt x="0" y="19050"/>
                    <a:pt x="19050" y="0"/>
                    <a:pt x="42549" y="0"/>
                  </a:cubicBezTo>
                  <a:close/>
                </a:path>
              </a:pathLst>
            </a:custGeom>
            <a:solidFill>
              <a:srgbClr val="164B8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2444001" cy="427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109">
                  <a:solidFill>
                    <a:srgbClr val="F7F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Arsitektur modular memastikan dasar kode yang kuat dan siap untuk perluasan di masa mendatang, misalnya ditambah Canny atau Laplacian of Gaussian.</a:t>
              </a:r>
            </a:p>
          </p:txBody>
        </p:sp>
      </p:grpSp>
    </p:spTree>
  </p:cSld>
  <p:clrMapOvr>
    <a:masterClrMapping/>
  </p:clrMapOvr>
  <p:transition spd="med">
    <p:circl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28310" y="5143500"/>
            <a:ext cx="8431381" cy="6106672"/>
            <a:chOff x="0" y="0"/>
            <a:chExt cx="2220611" cy="16083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611" cy="1608342"/>
            </a:xfrm>
            <a:custGeom>
              <a:avLst/>
              <a:gdLst/>
              <a:ahLst/>
              <a:cxnLst/>
              <a:rect r="r" b="b" t="t" l="l"/>
              <a:pathLst>
                <a:path h="1608342" w="2220611">
                  <a:moveTo>
                    <a:pt x="0" y="0"/>
                  </a:moveTo>
                  <a:lnTo>
                    <a:pt x="2220611" y="0"/>
                  </a:lnTo>
                  <a:lnTo>
                    <a:pt x="2220611" y="1608342"/>
                  </a:lnTo>
                  <a:lnTo>
                    <a:pt x="0" y="160834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20611" cy="166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60705">
            <a:off x="1423346" y="-1948290"/>
            <a:ext cx="15441309" cy="6543255"/>
          </a:xfrm>
          <a:custGeom>
            <a:avLst/>
            <a:gdLst/>
            <a:ahLst/>
            <a:cxnLst/>
            <a:rect r="r" b="b" t="t" l="l"/>
            <a:pathLst>
              <a:path h="6543255" w="15441309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1043" y="3816797"/>
            <a:ext cx="9445915" cy="131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b="true" sz="933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  <p:transition spd="slow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DAHIcIUg9CY</dc:identifier>
  <dcterms:modified xsi:type="dcterms:W3CDTF">2011-08-01T06:04:30Z</dcterms:modified>
  <cp:revision>1</cp:revision>
  <dc:title>PPT Tugas Simple Edge Detection_PCM</dc:title>
</cp:coreProperties>
</file>